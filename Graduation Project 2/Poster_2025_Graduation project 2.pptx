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7" r:id="rId2"/>
  </p:sldIdLst>
  <p:sldSz cx="32404050" cy="43926125"/>
  <p:notesSz cx="9144000" cy="6858000"/>
  <p:defaultTextStyle>
    <a:defPPr>
      <a:defRPr lang="en-US"/>
    </a:defPPr>
    <a:lvl1pPr marL="0" algn="l" defTabSz="4361688" rtl="0" eaLnBrk="1" latinLnBrk="0" hangingPunct="1">
      <a:defRPr sz="8600" kern="1200">
        <a:solidFill>
          <a:schemeClr val="tx1"/>
        </a:solidFill>
        <a:latin typeface="+mn-lt"/>
        <a:ea typeface="+mn-ea"/>
        <a:cs typeface="+mn-cs"/>
      </a:defRPr>
    </a:lvl1pPr>
    <a:lvl2pPr marL="2180844" algn="l" defTabSz="4361688" rtl="0" eaLnBrk="1" latinLnBrk="0" hangingPunct="1">
      <a:defRPr sz="8600" kern="1200">
        <a:solidFill>
          <a:schemeClr val="tx1"/>
        </a:solidFill>
        <a:latin typeface="+mn-lt"/>
        <a:ea typeface="+mn-ea"/>
        <a:cs typeface="+mn-cs"/>
      </a:defRPr>
    </a:lvl2pPr>
    <a:lvl3pPr marL="4361688" algn="l" defTabSz="4361688" rtl="0" eaLnBrk="1" latinLnBrk="0" hangingPunct="1">
      <a:defRPr sz="8600" kern="1200">
        <a:solidFill>
          <a:schemeClr val="tx1"/>
        </a:solidFill>
        <a:latin typeface="+mn-lt"/>
        <a:ea typeface="+mn-ea"/>
        <a:cs typeface="+mn-cs"/>
      </a:defRPr>
    </a:lvl3pPr>
    <a:lvl4pPr marL="6542532" algn="l" defTabSz="4361688" rtl="0" eaLnBrk="1" latinLnBrk="0" hangingPunct="1">
      <a:defRPr sz="8600" kern="1200">
        <a:solidFill>
          <a:schemeClr val="tx1"/>
        </a:solidFill>
        <a:latin typeface="+mn-lt"/>
        <a:ea typeface="+mn-ea"/>
        <a:cs typeface="+mn-cs"/>
      </a:defRPr>
    </a:lvl4pPr>
    <a:lvl5pPr marL="8723376" algn="l" defTabSz="4361688" rtl="0" eaLnBrk="1" latinLnBrk="0" hangingPunct="1">
      <a:defRPr sz="8600" kern="1200">
        <a:solidFill>
          <a:schemeClr val="tx1"/>
        </a:solidFill>
        <a:latin typeface="+mn-lt"/>
        <a:ea typeface="+mn-ea"/>
        <a:cs typeface="+mn-cs"/>
      </a:defRPr>
    </a:lvl5pPr>
    <a:lvl6pPr marL="10904220" algn="l" defTabSz="4361688" rtl="0" eaLnBrk="1" latinLnBrk="0" hangingPunct="1">
      <a:defRPr sz="8600" kern="1200">
        <a:solidFill>
          <a:schemeClr val="tx1"/>
        </a:solidFill>
        <a:latin typeface="+mn-lt"/>
        <a:ea typeface="+mn-ea"/>
        <a:cs typeface="+mn-cs"/>
      </a:defRPr>
    </a:lvl6pPr>
    <a:lvl7pPr marL="13085064" algn="l" defTabSz="4361688" rtl="0" eaLnBrk="1" latinLnBrk="0" hangingPunct="1">
      <a:defRPr sz="8600" kern="1200">
        <a:solidFill>
          <a:schemeClr val="tx1"/>
        </a:solidFill>
        <a:latin typeface="+mn-lt"/>
        <a:ea typeface="+mn-ea"/>
        <a:cs typeface="+mn-cs"/>
      </a:defRPr>
    </a:lvl7pPr>
    <a:lvl8pPr marL="15265908" algn="l" defTabSz="4361688" rtl="0" eaLnBrk="1" latinLnBrk="0" hangingPunct="1">
      <a:defRPr sz="8600" kern="1200">
        <a:solidFill>
          <a:schemeClr val="tx1"/>
        </a:solidFill>
        <a:latin typeface="+mn-lt"/>
        <a:ea typeface="+mn-ea"/>
        <a:cs typeface="+mn-cs"/>
      </a:defRPr>
    </a:lvl8pPr>
    <a:lvl9pPr marL="17446752" algn="l" defTabSz="4361688"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835">
          <p15:clr>
            <a:srgbClr val="A4A3A4"/>
          </p15:clr>
        </p15:guide>
        <p15:guide id="2" pos="1020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09E7"/>
    <a:srgbClr val="140393"/>
    <a:srgbClr val="FDEADA"/>
    <a:srgbClr val="FF9900"/>
    <a:srgbClr val="009A4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25" d="100"/>
          <a:sy n="25" d="100"/>
        </p:scale>
        <p:origin x="840" y="30"/>
      </p:cViewPr>
      <p:guideLst>
        <p:guide orient="horz" pos="13835"/>
        <p:guide pos="1020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7EB43103-6A39-4ACD-856F-36ECA09567B8}" type="datetimeFigureOut">
              <a:rPr lang="en-US" smtClean="0"/>
              <a:pPr/>
              <a:t>6/17/2025</a:t>
            </a:fld>
            <a:endParaRPr lang="en-US"/>
          </a:p>
        </p:txBody>
      </p:sp>
      <p:sp>
        <p:nvSpPr>
          <p:cNvPr id="4" name="Slide Image Placeholder 3"/>
          <p:cNvSpPr>
            <a:spLocks noGrp="1" noRot="1" noChangeAspect="1"/>
          </p:cNvSpPr>
          <p:nvPr>
            <p:ph type="sldImg" idx="2"/>
          </p:nvPr>
        </p:nvSpPr>
        <p:spPr>
          <a:xfrm>
            <a:off x="3622675" y="514350"/>
            <a:ext cx="189865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E2AC66C-2B75-4DA7-AF61-82EA83248ADC}" type="slidenum">
              <a:rPr lang="en-US" smtClean="0"/>
              <a:pPr/>
              <a:t>‹#›</a:t>
            </a:fld>
            <a:endParaRPr lang="en-US"/>
          </a:p>
        </p:txBody>
      </p:sp>
    </p:spTree>
    <p:extLst>
      <p:ext uri="{BB962C8B-B14F-4D97-AF65-F5344CB8AC3E}">
        <p14:creationId xmlns:p14="http://schemas.microsoft.com/office/powerpoint/2010/main" val="708924979"/>
      </p:ext>
    </p:extLst>
  </p:cSld>
  <p:clrMap bg1="lt1" tx1="dk1" bg2="lt2" tx2="dk2" accent1="accent1" accent2="accent2" accent3="accent3" accent4="accent4" accent5="accent5" accent6="accent6" hlink="hlink" folHlink="folHlink"/>
  <p:notesStyle>
    <a:lvl1pPr marL="0" algn="l" defTabSz="4361688" rtl="0" eaLnBrk="1" latinLnBrk="0" hangingPunct="1">
      <a:defRPr sz="5700" kern="1200">
        <a:solidFill>
          <a:schemeClr val="tx1"/>
        </a:solidFill>
        <a:latin typeface="+mn-lt"/>
        <a:ea typeface="+mn-ea"/>
        <a:cs typeface="+mn-cs"/>
      </a:defRPr>
    </a:lvl1pPr>
    <a:lvl2pPr marL="2180844" algn="l" defTabSz="4361688" rtl="0" eaLnBrk="1" latinLnBrk="0" hangingPunct="1">
      <a:defRPr sz="5700" kern="1200">
        <a:solidFill>
          <a:schemeClr val="tx1"/>
        </a:solidFill>
        <a:latin typeface="+mn-lt"/>
        <a:ea typeface="+mn-ea"/>
        <a:cs typeface="+mn-cs"/>
      </a:defRPr>
    </a:lvl2pPr>
    <a:lvl3pPr marL="4361688" algn="l" defTabSz="4361688" rtl="0" eaLnBrk="1" latinLnBrk="0" hangingPunct="1">
      <a:defRPr sz="5700" kern="1200">
        <a:solidFill>
          <a:schemeClr val="tx1"/>
        </a:solidFill>
        <a:latin typeface="+mn-lt"/>
        <a:ea typeface="+mn-ea"/>
        <a:cs typeface="+mn-cs"/>
      </a:defRPr>
    </a:lvl3pPr>
    <a:lvl4pPr marL="6542532" algn="l" defTabSz="4361688" rtl="0" eaLnBrk="1" latinLnBrk="0" hangingPunct="1">
      <a:defRPr sz="5700" kern="1200">
        <a:solidFill>
          <a:schemeClr val="tx1"/>
        </a:solidFill>
        <a:latin typeface="+mn-lt"/>
        <a:ea typeface="+mn-ea"/>
        <a:cs typeface="+mn-cs"/>
      </a:defRPr>
    </a:lvl4pPr>
    <a:lvl5pPr marL="8723376" algn="l" defTabSz="4361688" rtl="0" eaLnBrk="1" latinLnBrk="0" hangingPunct="1">
      <a:defRPr sz="5700" kern="1200">
        <a:solidFill>
          <a:schemeClr val="tx1"/>
        </a:solidFill>
        <a:latin typeface="+mn-lt"/>
        <a:ea typeface="+mn-ea"/>
        <a:cs typeface="+mn-cs"/>
      </a:defRPr>
    </a:lvl5pPr>
    <a:lvl6pPr marL="10904220" algn="l" defTabSz="4361688" rtl="0" eaLnBrk="1" latinLnBrk="0" hangingPunct="1">
      <a:defRPr sz="5700" kern="1200">
        <a:solidFill>
          <a:schemeClr val="tx1"/>
        </a:solidFill>
        <a:latin typeface="+mn-lt"/>
        <a:ea typeface="+mn-ea"/>
        <a:cs typeface="+mn-cs"/>
      </a:defRPr>
    </a:lvl6pPr>
    <a:lvl7pPr marL="13085064" algn="l" defTabSz="4361688" rtl="0" eaLnBrk="1" latinLnBrk="0" hangingPunct="1">
      <a:defRPr sz="5700" kern="1200">
        <a:solidFill>
          <a:schemeClr val="tx1"/>
        </a:solidFill>
        <a:latin typeface="+mn-lt"/>
        <a:ea typeface="+mn-ea"/>
        <a:cs typeface="+mn-cs"/>
      </a:defRPr>
    </a:lvl7pPr>
    <a:lvl8pPr marL="15265908" algn="l" defTabSz="4361688" rtl="0" eaLnBrk="1" latinLnBrk="0" hangingPunct="1">
      <a:defRPr sz="5700" kern="1200">
        <a:solidFill>
          <a:schemeClr val="tx1"/>
        </a:solidFill>
        <a:latin typeface="+mn-lt"/>
        <a:ea typeface="+mn-ea"/>
        <a:cs typeface="+mn-cs"/>
      </a:defRPr>
    </a:lvl8pPr>
    <a:lvl9pPr marL="17446752" algn="l" defTabSz="4361688" rtl="0" eaLnBrk="1" latinLnBrk="0" hangingPunct="1">
      <a:defRPr sz="57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E2AC66C-2B75-4DA7-AF61-82EA83248ADC}" type="slidenum">
              <a:rPr lang="en-US" smtClean="0"/>
              <a:pPr/>
              <a:t>1</a:t>
            </a:fld>
            <a:endParaRPr lang="en-US"/>
          </a:p>
        </p:txBody>
      </p:sp>
    </p:spTree>
    <p:extLst>
      <p:ext uri="{BB962C8B-B14F-4D97-AF65-F5344CB8AC3E}">
        <p14:creationId xmlns:p14="http://schemas.microsoft.com/office/powerpoint/2010/main" val="3793059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30304" y="13645573"/>
            <a:ext cx="27543442" cy="9415646"/>
          </a:xfrm>
        </p:spPr>
        <p:txBody>
          <a:bodyPr/>
          <a:lstStyle/>
          <a:p>
            <a:r>
              <a:rPr lang="en-US"/>
              <a:t>Click to edit Master title style</a:t>
            </a:r>
          </a:p>
        </p:txBody>
      </p:sp>
      <p:sp>
        <p:nvSpPr>
          <p:cNvPr id="3" name="Subtitle 2"/>
          <p:cNvSpPr>
            <a:spLocks noGrp="1"/>
          </p:cNvSpPr>
          <p:nvPr>
            <p:ph type="subTitle" idx="1"/>
          </p:nvPr>
        </p:nvSpPr>
        <p:spPr>
          <a:xfrm>
            <a:off x="4860610" y="24891473"/>
            <a:ext cx="22682835" cy="11225565"/>
          </a:xfrm>
        </p:spPr>
        <p:txBody>
          <a:bodyPr/>
          <a:lstStyle>
            <a:lvl1pPr marL="0" indent="0" algn="ctr">
              <a:buNone/>
              <a:defRPr>
                <a:solidFill>
                  <a:schemeClr val="tx1">
                    <a:tint val="75000"/>
                  </a:schemeClr>
                </a:solidFill>
              </a:defRPr>
            </a:lvl1pPr>
            <a:lvl2pPr marL="2180844" indent="0" algn="ctr">
              <a:buNone/>
              <a:defRPr>
                <a:solidFill>
                  <a:schemeClr val="tx1">
                    <a:tint val="75000"/>
                  </a:schemeClr>
                </a:solidFill>
              </a:defRPr>
            </a:lvl2pPr>
            <a:lvl3pPr marL="4361688" indent="0" algn="ctr">
              <a:buNone/>
              <a:defRPr>
                <a:solidFill>
                  <a:schemeClr val="tx1">
                    <a:tint val="75000"/>
                  </a:schemeClr>
                </a:solidFill>
              </a:defRPr>
            </a:lvl3pPr>
            <a:lvl4pPr marL="6542532" indent="0" algn="ctr">
              <a:buNone/>
              <a:defRPr>
                <a:solidFill>
                  <a:schemeClr val="tx1">
                    <a:tint val="75000"/>
                  </a:schemeClr>
                </a:solidFill>
              </a:defRPr>
            </a:lvl4pPr>
            <a:lvl5pPr marL="8723376" indent="0" algn="ctr">
              <a:buNone/>
              <a:defRPr>
                <a:solidFill>
                  <a:schemeClr val="tx1">
                    <a:tint val="75000"/>
                  </a:schemeClr>
                </a:solidFill>
              </a:defRPr>
            </a:lvl5pPr>
            <a:lvl6pPr marL="10904220" indent="0" algn="ctr">
              <a:buNone/>
              <a:defRPr>
                <a:solidFill>
                  <a:schemeClr val="tx1">
                    <a:tint val="75000"/>
                  </a:schemeClr>
                </a:solidFill>
              </a:defRPr>
            </a:lvl6pPr>
            <a:lvl7pPr marL="13085064" indent="0" algn="ctr">
              <a:buNone/>
              <a:defRPr>
                <a:solidFill>
                  <a:schemeClr val="tx1">
                    <a:tint val="75000"/>
                  </a:schemeClr>
                </a:solidFill>
              </a:defRPr>
            </a:lvl7pPr>
            <a:lvl8pPr marL="15265908" indent="0" algn="ctr">
              <a:buNone/>
              <a:defRPr>
                <a:solidFill>
                  <a:schemeClr val="tx1">
                    <a:tint val="75000"/>
                  </a:schemeClr>
                </a:solidFill>
              </a:defRPr>
            </a:lvl8pPr>
            <a:lvl9pPr marL="1744675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BCBA230-A15E-49CD-BA45-60A8154E82A5}" type="datetimeFigureOut">
              <a:rPr lang="en-US" smtClean="0"/>
              <a:pPr/>
              <a:t>6/17/2025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622229-1726-45B3-A707-310F65887658}" type="slidenum">
              <a:rPr lang="en-US" smtClean="0"/>
              <a:pPr/>
              <a:t>‹#›</a:t>
            </a:fld>
            <a:endParaRPr lang="en-US"/>
          </a:p>
        </p:txBody>
      </p:sp>
    </p:spTree>
    <p:extLst>
      <p:ext uri="{BB962C8B-B14F-4D97-AF65-F5344CB8AC3E}">
        <p14:creationId xmlns:p14="http://schemas.microsoft.com/office/powerpoint/2010/main" val="799861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BCBA230-A15E-49CD-BA45-60A8154E82A5}" type="datetimeFigureOut">
              <a:rPr lang="en-US" smtClean="0"/>
              <a:pPr/>
              <a:t>6/17/2025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622229-1726-45B3-A707-310F65887658}" type="slidenum">
              <a:rPr lang="en-US" smtClean="0"/>
              <a:pPr/>
              <a:t>‹#›</a:t>
            </a:fld>
            <a:endParaRPr lang="en-US"/>
          </a:p>
        </p:txBody>
      </p:sp>
    </p:spTree>
    <p:extLst>
      <p:ext uri="{BB962C8B-B14F-4D97-AF65-F5344CB8AC3E}">
        <p14:creationId xmlns:p14="http://schemas.microsoft.com/office/powerpoint/2010/main" val="4028330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59697" y="28226606"/>
            <a:ext cx="27543442" cy="8724216"/>
          </a:xfrm>
        </p:spPr>
        <p:txBody>
          <a:bodyPr anchor="t"/>
          <a:lstStyle>
            <a:lvl1pPr algn="l">
              <a:defRPr sz="19100" b="1" cap="all"/>
            </a:lvl1pPr>
          </a:lstStyle>
          <a:p>
            <a:r>
              <a:rPr lang="en-US"/>
              <a:t>Click to edit Master title style</a:t>
            </a:r>
          </a:p>
        </p:txBody>
      </p:sp>
      <p:sp>
        <p:nvSpPr>
          <p:cNvPr id="3" name="Text Placeholder 2"/>
          <p:cNvSpPr>
            <a:spLocks noGrp="1"/>
          </p:cNvSpPr>
          <p:nvPr>
            <p:ph type="body" idx="1"/>
          </p:nvPr>
        </p:nvSpPr>
        <p:spPr>
          <a:xfrm>
            <a:off x="2559697" y="18617771"/>
            <a:ext cx="27543442" cy="9608837"/>
          </a:xfrm>
        </p:spPr>
        <p:txBody>
          <a:bodyPr anchor="b"/>
          <a:lstStyle>
            <a:lvl1pPr marL="0" indent="0">
              <a:buNone/>
              <a:defRPr sz="9500">
                <a:solidFill>
                  <a:schemeClr val="tx1">
                    <a:tint val="75000"/>
                  </a:schemeClr>
                </a:solidFill>
              </a:defRPr>
            </a:lvl1pPr>
            <a:lvl2pPr marL="2180844" indent="0">
              <a:buNone/>
              <a:defRPr sz="8600">
                <a:solidFill>
                  <a:schemeClr val="tx1">
                    <a:tint val="75000"/>
                  </a:schemeClr>
                </a:solidFill>
              </a:defRPr>
            </a:lvl2pPr>
            <a:lvl3pPr marL="4361688" indent="0">
              <a:buNone/>
              <a:defRPr sz="7600">
                <a:solidFill>
                  <a:schemeClr val="tx1">
                    <a:tint val="75000"/>
                  </a:schemeClr>
                </a:solidFill>
              </a:defRPr>
            </a:lvl3pPr>
            <a:lvl4pPr marL="6542532" indent="0">
              <a:buNone/>
              <a:defRPr sz="6700">
                <a:solidFill>
                  <a:schemeClr val="tx1">
                    <a:tint val="75000"/>
                  </a:schemeClr>
                </a:solidFill>
              </a:defRPr>
            </a:lvl4pPr>
            <a:lvl5pPr marL="8723376" indent="0">
              <a:buNone/>
              <a:defRPr sz="6700">
                <a:solidFill>
                  <a:schemeClr val="tx1">
                    <a:tint val="75000"/>
                  </a:schemeClr>
                </a:solidFill>
              </a:defRPr>
            </a:lvl5pPr>
            <a:lvl6pPr marL="10904220" indent="0">
              <a:buNone/>
              <a:defRPr sz="6700">
                <a:solidFill>
                  <a:schemeClr val="tx1">
                    <a:tint val="75000"/>
                  </a:schemeClr>
                </a:solidFill>
              </a:defRPr>
            </a:lvl6pPr>
            <a:lvl7pPr marL="13085064" indent="0">
              <a:buNone/>
              <a:defRPr sz="6700">
                <a:solidFill>
                  <a:schemeClr val="tx1">
                    <a:tint val="75000"/>
                  </a:schemeClr>
                </a:solidFill>
              </a:defRPr>
            </a:lvl7pPr>
            <a:lvl8pPr marL="15265908" indent="0">
              <a:buNone/>
              <a:defRPr sz="6700">
                <a:solidFill>
                  <a:schemeClr val="tx1">
                    <a:tint val="75000"/>
                  </a:schemeClr>
                </a:solidFill>
              </a:defRPr>
            </a:lvl8pPr>
            <a:lvl9pPr marL="17446752" indent="0">
              <a:buNone/>
              <a:defRPr sz="67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BCBA230-A15E-49CD-BA45-60A8154E82A5}" type="datetimeFigureOut">
              <a:rPr lang="en-US" smtClean="0"/>
              <a:pPr/>
              <a:t>6/17/2025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622229-1726-45B3-A707-310F65887658}" type="slidenum">
              <a:rPr lang="en-US" smtClean="0"/>
              <a:pPr/>
              <a:t>‹#›</a:t>
            </a:fld>
            <a:endParaRPr lang="en-US"/>
          </a:p>
        </p:txBody>
      </p:sp>
    </p:spTree>
    <p:extLst>
      <p:ext uri="{BB962C8B-B14F-4D97-AF65-F5344CB8AC3E}">
        <p14:creationId xmlns:p14="http://schemas.microsoft.com/office/powerpoint/2010/main" val="936074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620202" y="10249432"/>
            <a:ext cx="14311789" cy="28989212"/>
          </a:xfrm>
        </p:spPr>
        <p:txBody>
          <a:bodyPr/>
          <a:lstStyle>
            <a:lvl1pPr>
              <a:defRPr sz="13400"/>
            </a:lvl1pPr>
            <a:lvl2pPr>
              <a:defRPr sz="11400"/>
            </a:lvl2pPr>
            <a:lvl3pPr>
              <a:defRPr sz="9500"/>
            </a:lvl3pPr>
            <a:lvl4pPr>
              <a:defRPr sz="8600"/>
            </a:lvl4pPr>
            <a:lvl5pPr>
              <a:defRPr sz="8600"/>
            </a:lvl5pPr>
            <a:lvl6pPr>
              <a:defRPr sz="8600"/>
            </a:lvl6pPr>
            <a:lvl7pPr>
              <a:defRPr sz="8600"/>
            </a:lvl7pPr>
            <a:lvl8pPr>
              <a:defRPr sz="8600"/>
            </a:lvl8pPr>
            <a:lvl9pPr>
              <a:defRPr sz="8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6472059" y="10249432"/>
            <a:ext cx="14311789" cy="28989212"/>
          </a:xfrm>
        </p:spPr>
        <p:txBody>
          <a:bodyPr/>
          <a:lstStyle>
            <a:lvl1pPr>
              <a:defRPr sz="13400"/>
            </a:lvl1pPr>
            <a:lvl2pPr>
              <a:defRPr sz="11400"/>
            </a:lvl2pPr>
            <a:lvl3pPr>
              <a:defRPr sz="9500"/>
            </a:lvl3pPr>
            <a:lvl4pPr>
              <a:defRPr sz="8600"/>
            </a:lvl4pPr>
            <a:lvl5pPr>
              <a:defRPr sz="8600"/>
            </a:lvl5pPr>
            <a:lvl6pPr>
              <a:defRPr sz="8600"/>
            </a:lvl6pPr>
            <a:lvl7pPr>
              <a:defRPr sz="8600"/>
            </a:lvl7pPr>
            <a:lvl8pPr>
              <a:defRPr sz="8600"/>
            </a:lvl8pPr>
            <a:lvl9pPr>
              <a:defRPr sz="8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BCBA230-A15E-49CD-BA45-60A8154E82A5}" type="datetimeFigureOut">
              <a:rPr lang="en-US" smtClean="0"/>
              <a:pPr/>
              <a:t>6/17/2025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622229-1726-45B3-A707-310F65887658}" type="slidenum">
              <a:rPr lang="en-US" smtClean="0"/>
              <a:pPr/>
              <a:t>‹#›</a:t>
            </a:fld>
            <a:endParaRPr lang="en-US"/>
          </a:p>
        </p:txBody>
      </p:sp>
    </p:spTree>
    <p:extLst>
      <p:ext uri="{BB962C8B-B14F-4D97-AF65-F5344CB8AC3E}">
        <p14:creationId xmlns:p14="http://schemas.microsoft.com/office/powerpoint/2010/main" val="2476281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620203" y="9832543"/>
            <a:ext cx="14317416" cy="4097734"/>
          </a:xfrm>
        </p:spPr>
        <p:txBody>
          <a:bodyPr anchor="b"/>
          <a:lstStyle>
            <a:lvl1pPr marL="0" indent="0">
              <a:buNone/>
              <a:defRPr sz="11400" b="1"/>
            </a:lvl1pPr>
            <a:lvl2pPr marL="2180844" indent="0">
              <a:buNone/>
              <a:defRPr sz="9500" b="1"/>
            </a:lvl2pPr>
            <a:lvl3pPr marL="4361688" indent="0">
              <a:buNone/>
              <a:defRPr sz="8600" b="1"/>
            </a:lvl3pPr>
            <a:lvl4pPr marL="6542532" indent="0">
              <a:buNone/>
              <a:defRPr sz="7600" b="1"/>
            </a:lvl4pPr>
            <a:lvl5pPr marL="8723376" indent="0">
              <a:buNone/>
              <a:defRPr sz="7600" b="1"/>
            </a:lvl5pPr>
            <a:lvl6pPr marL="10904220" indent="0">
              <a:buNone/>
              <a:defRPr sz="7600" b="1"/>
            </a:lvl6pPr>
            <a:lvl7pPr marL="13085064" indent="0">
              <a:buNone/>
              <a:defRPr sz="7600" b="1"/>
            </a:lvl7pPr>
            <a:lvl8pPr marL="15265908" indent="0">
              <a:buNone/>
              <a:defRPr sz="7600" b="1"/>
            </a:lvl8pPr>
            <a:lvl9pPr marL="17446752" indent="0">
              <a:buNone/>
              <a:defRPr sz="7600" b="1"/>
            </a:lvl9pPr>
          </a:lstStyle>
          <a:p>
            <a:pPr lvl="0"/>
            <a:r>
              <a:rPr lang="en-US"/>
              <a:t>Click to edit Master text styles</a:t>
            </a:r>
          </a:p>
        </p:txBody>
      </p:sp>
      <p:sp>
        <p:nvSpPr>
          <p:cNvPr id="4" name="Content Placeholder 3"/>
          <p:cNvSpPr>
            <a:spLocks noGrp="1"/>
          </p:cNvSpPr>
          <p:nvPr>
            <p:ph sz="half" idx="2"/>
          </p:nvPr>
        </p:nvSpPr>
        <p:spPr>
          <a:xfrm>
            <a:off x="1620203" y="13930275"/>
            <a:ext cx="14317416" cy="25308366"/>
          </a:xfrm>
        </p:spPr>
        <p:txBody>
          <a:bodyPr/>
          <a:lstStyle>
            <a:lvl1pPr>
              <a:defRPr sz="11400"/>
            </a:lvl1pPr>
            <a:lvl2pPr>
              <a:defRPr sz="9500"/>
            </a:lvl2pPr>
            <a:lvl3pPr>
              <a:defRPr sz="8600"/>
            </a:lvl3pPr>
            <a:lvl4pPr>
              <a:defRPr sz="7600"/>
            </a:lvl4pPr>
            <a:lvl5pPr>
              <a:defRPr sz="7600"/>
            </a:lvl5pPr>
            <a:lvl6pPr>
              <a:defRPr sz="7600"/>
            </a:lvl6pPr>
            <a:lvl7pPr>
              <a:defRPr sz="7600"/>
            </a:lvl7pPr>
            <a:lvl8pPr>
              <a:defRPr sz="7600"/>
            </a:lvl8pPr>
            <a:lvl9pPr>
              <a:defRPr sz="7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6460811" y="9832543"/>
            <a:ext cx="14323040" cy="4097734"/>
          </a:xfrm>
        </p:spPr>
        <p:txBody>
          <a:bodyPr anchor="b"/>
          <a:lstStyle>
            <a:lvl1pPr marL="0" indent="0">
              <a:buNone/>
              <a:defRPr sz="11400" b="1"/>
            </a:lvl1pPr>
            <a:lvl2pPr marL="2180844" indent="0">
              <a:buNone/>
              <a:defRPr sz="9500" b="1"/>
            </a:lvl2pPr>
            <a:lvl3pPr marL="4361688" indent="0">
              <a:buNone/>
              <a:defRPr sz="8600" b="1"/>
            </a:lvl3pPr>
            <a:lvl4pPr marL="6542532" indent="0">
              <a:buNone/>
              <a:defRPr sz="7600" b="1"/>
            </a:lvl4pPr>
            <a:lvl5pPr marL="8723376" indent="0">
              <a:buNone/>
              <a:defRPr sz="7600" b="1"/>
            </a:lvl5pPr>
            <a:lvl6pPr marL="10904220" indent="0">
              <a:buNone/>
              <a:defRPr sz="7600" b="1"/>
            </a:lvl6pPr>
            <a:lvl7pPr marL="13085064" indent="0">
              <a:buNone/>
              <a:defRPr sz="7600" b="1"/>
            </a:lvl7pPr>
            <a:lvl8pPr marL="15265908" indent="0">
              <a:buNone/>
              <a:defRPr sz="7600" b="1"/>
            </a:lvl8pPr>
            <a:lvl9pPr marL="17446752" indent="0">
              <a:buNone/>
              <a:defRPr sz="7600" b="1"/>
            </a:lvl9pPr>
          </a:lstStyle>
          <a:p>
            <a:pPr lvl="0"/>
            <a:r>
              <a:rPr lang="en-US"/>
              <a:t>Click to edit Master text styles</a:t>
            </a:r>
          </a:p>
        </p:txBody>
      </p:sp>
      <p:sp>
        <p:nvSpPr>
          <p:cNvPr id="6" name="Content Placeholder 5"/>
          <p:cNvSpPr>
            <a:spLocks noGrp="1"/>
          </p:cNvSpPr>
          <p:nvPr>
            <p:ph sz="quarter" idx="4"/>
          </p:nvPr>
        </p:nvSpPr>
        <p:spPr>
          <a:xfrm>
            <a:off x="16460811" y="13930275"/>
            <a:ext cx="14323040" cy="25308366"/>
          </a:xfrm>
        </p:spPr>
        <p:txBody>
          <a:bodyPr/>
          <a:lstStyle>
            <a:lvl1pPr>
              <a:defRPr sz="11400"/>
            </a:lvl1pPr>
            <a:lvl2pPr>
              <a:defRPr sz="9500"/>
            </a:lvl2pPr>
            <a:lvl3pPr>
              <a:defRPr sz="8600"/>
            </a:lvl3pPr>
            <a:lvl4pPr>
              <a:defRPr sz="7600"/>
            </a:lvl4pPr>
            <a:lvl5pPr>
              <a:defRPr sz="7600"/>
            </a:lvl5pPr>
            <a:lvl6pPr>
              <a:defRPr sz="7600"/>
            </a:lvl6pPr>
            <a:lvl7pPr>
              <a:defRPr sz="7600"/>
            </a:lvl7pPr>
            <a:lvl8pPr>
              <a:defRPr sz="7600"/>
            </a:lvl8pPr>
            <a:lvl9pPr>
              <a:defRPr sz="7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BCBA230-A15E-49CD-BA45-60A8154E82A5}" type="datetimeFigureOut">
              <a:rPr lang="en-US" smtClean="0"/>
              <a:pPr/>
              <a:t>6/17/2025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622229-1726-45B3-A707-310F65887658}" type="slidenum">
              <a:rPr lang="en-US" smtClean="0"/>
              <a:pPr/>
              <a:t>‹#›</a:t>
            </a:fld>
            <a:endParaRPr lang="en-US"/>
          </a:p>
        </p:txBody>
      </p:sp>
    </p:spTree>
    <p:extLst>
      <p:ext uri="{BB962C8B-B14F-4D97-AF65-F5344CB8AC3E}">
        <p14:creationId xmlns:p14="http://schemas.microsoft.com/office/powerpoint/2010/main" val="37230841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BCBA230-A15E-49CD-BA45-60A8154E82A5}" type="datetimeFigureOut">
              <a:rPr lang="en-US" smtClean="0"/>
              <a:pPr/>
              <a:t>6/17/2025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622229-1726-45B3-A707-310F65887658}" type="slidenum">
              <a:rPr lang="en-US" smtClean="0"/>
              <a:pPr/>
              <a:t>‹#›</a:t>
            </a:fld>
            <a:endParaRPr lang="en-US"/>
          </a:p>
        </p:txBody>
      </p:sp>
    </p:spTree>
    <p:extLst>
      <p:ext uri="{BB962C8B-B14F-4D97-AF65-F5344CB8AC3E}">
        <p14:creationId xmlns:p14="http://schemas.microsoft.com/office/powerpoint/2010/main" val="21008742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CBA230-A15E-49CD-BA45-60A8154E82A5}" type="datetimeFigureOut">
              <a:rPr lang="en-US" smtClean="0"/>
              <a:pPr/>
              <a:t>6/17/2025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622229-1726-45B3-A707-310F65887658}" type="slidenum">
              <a:rPr lang="en-US" smtClean="0"/>
              <a:pPr/>
              <a:t>‹#›</a:t>
            </a:fld>
            <a:endParaRPr lang="en-US"/>
          </a:p>
        </p:txBody>
      </p:sp>
    </p:spTree>
    <p:extLst>
      <p:ext uri="{BB962C8B-B14F-4D97-AF65-F5344CB8AC3E}">
        <p14:creationId xmlns:p14="http://schemas.microsoft.com/office/powerpoint/2010/main" val="24576412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20205" y="1748910"/>
            <a:ext cx="10660709" cy="7443038"/>
          </a:xfrm>
        </p:spPr>
        <p:txBody>
          <a:bodyPr anchor="b"/>
          <a:lstStyle>
            <a:lvl1pPr algn="l">
              <a:defRPr sz="9500" b="1"/>
            </a:lvl1pPr>
          </a:lstStyle>
          <a:p>
            <a:r>
              <a:rPr lang="en-US"/>
              <a:t>Click to edit Master title style</a:t>
            </a:r>
          </a:p>
        </p:txBody>
      </p:sp>
      <p:sp>
        <p:nvSpPr>
          <p:cNvPr id="3" name="Content Placeholder 2"/>
          <p:cNvSpPr>
            <a:spLocks noGrp="1"/>
          </p:cNvSpPr>
          <p:nvPr>
            <p:ph idx="1"/>
          </p:nvPr>
        </p:nvSpPr>
        <p:spPr>
          <a:xfrm>
            <a:off x="12669085" y="1748918"/>
            <a:ext cx="18114764" cy="37489731"/>
          </a:xfrm>
        </p:spPr>
        <p:txBody>
          <a:bodyPr/>
          <a:lstStyle>
            <a:lvl1pPr>
              <a:defRPr sz="15300"/>
            </a:lvl1pPr>
            <a:lvl2pPr>
              <a:defRPr sz="13400"/>
            </a:lvl2pPr>
            <a:lvl3pPr>
              <a:defRPr sz="11400"/>
            </a:lvl3pPr>
            <a:lvl4pPr>
              <a:defRPr sz="9500"/>
            </a:lvl4pPr>
            <a:lvl5pPr>
              <a:defRPr sz="9500"/>
            </a:lvl5pPr>
            <a:lvl6pPr>
              <a:defRPr sz="9500"/>
            </a:lvl6pPr>
            <a:lvl7pPr>
              <a:defRPr sz="9500"/>
            </a:lvl7pPr>
            <a:lvl8pPr>
              <a:defRPr sz="9500"/>
            </a:lvl8pPr>
            <a:lvl9pPr>
              <a:defRPr sz="9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20205" y="9191954"/>
            <a:ext cx="10660709" cy="30046693"/>
          </a:xfrm>
        </p:spPr>
        <p:txBody>
          <a:bodyPr/>
          <a:lstStyle>
            <a:lvl1pPr marL="0" indent="0">
              <a:buNone/>
              <a:defRPr sz="6700"/>
            </a:lvl1pPr>
            <a:lvl2pPr marL="2180844" indent="0">
              <a:buNone/>
              <a:defRPr sz="5700"/>
            </a:lvl2pPr>
            <a:lvl3pPr marL="4361688" indent="0">
              <a:buNone/>
              <a:defRPr sz="4800"/>
            </a:lvl3pPr>
            <a:lvl4pPr marL="6542532" indent="0">
              <a:buNone/>
              <a:defRPr sz="4300"/>
            </a:lvl4pPr>
            <a:lvl5pPr marL="8723376" indent="0">
              <a:buNone/>
              <a:defRPr sz="4300"/>
            </a:lvl5pPr>
            <a:lvl6pPr marL="10904220" indent="0">
              <a:buNone/>
              <a:defRPr sz="4300"/>
            </a:lvl6pPr>
            <a:lvl7pPr marL="13085064" indent="0">
              <a:buNone/>
              <a:defRPr sz="4300"/>
            </a:lvl7pPr>
            <a:lvl8pPr marL="15265908" indent="0">
              <a:buNone/>
              <a:defRPr sz="4300"/>
            </a:lvl8pPr>
            <a:lvl9pPr marL="17446752" indent="0">
              <a:buNone/>
              <a:defRPr sz="4300"/>
            </a:lvl9pPr>
          </a:lstStyle>
          <a:p>
            <a:pPr lvl="0"/>
            <a:r>
              <a:rPr lang="en-US"/>
              <a:t>Click to edit Master text styles</a:t>
            </a:r>
          </a:p>
        </p:txBody>
      </p:sp>
      <p:sp>
        <p:nvSpPr>
          <p:cNvPr id="5" name="Date Placeholder 4"/>
          <p:cNvSpPr>
            <a:spLocks noGrp="1"/>
          </p:cNvSpPr>
          <p:nvPr>
            <p:ph type="dt" sz="half" idx="10"/>
          </p:nvPr>
        </p:nvSpPr>
        <p:spPr/>
        <p:txBody>
          <a:bodyPr/>
          <a:lstStyle/>
          <a:p>
            <a:fld id="{0BCBA230-A15E-49CD-BA45-60A8154E82A5}" type="datetimeFigureOut">
              <a:rPr lang="en-US" smtClean="0"/>
              <a:pPr/>
              <a:t>6/17/2025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622229-1726-45B3-A707-310F65887658}" type="slidenum">
              <a:rPr lang="en-US" smtClean="0"/>
              <a:pPr/>
              <a:t>‹#›</a:t>
            </a:fld>
            <a:endParaRPr lang="en-US"/>
          </a:p>
        </p:txBody>
      </p:sp>
    </p:spTree>
    <p:extLst>
      <p:ext uri="{BB962C8B-B14F-4D97-AF65-F5344CB8AC3E}">
        <p14:creationId xmlns:p14="http://schemas.microsoft.com/office/powerpoint/2010/main" val="2306813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2050"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729577" y="-1"/>
            <a:ext cx="37208134" cy="4392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374096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BCBA230-A15E-49CD-BA45-60A8154E82A5}" type="datetimeFigureOut">
              <a:rPr lang="en-US" smtClean="0"/>
              <a:pPr/>
              <a:t>6/17/2025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622229-1726-45B3-A707-310F65887658}" type="slidenum">
              <a:rPr lang="en-US" smtClean="0"/>
              <a:pPr/>
              <a:t>‹#›</a:t>
            </a:fld>
            <a:endParaRPr lang="en-US"/>
          </a:p>
        </p:txBody>
      </p:sp>
    </p:spTree>
    <p:extLst>
      <p:ext uri="{BB962C8B-B14F-4D97-AF65-F5344CB8AC3E}">
        <p14:creationId xmlns:p14="http://schemas.microsoft.com/office/powerpoint/2010/main" val="5534474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492938" y="1759085"/>
            <a:ext cx="7290911" cy="3747956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620203" y="1759085"/>
            <a:ext cx="21332666" cy="374795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BCBA230-A15E-49CD-BA45-60A8154E82A5}" type="datetimeFigureOut">
              <a:rPr lang="en-US" smtClean="0"/>
              <a:pPr/>
              <a:t>6/17/2025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622229-1726-45B3-A707-310F65887658}" type="slidenum">
              <a:rPr lang="en-US" smtClean="0"/>
              <a:pPr/>
              <a:t>‹#›</a:t>
            </a:fld>
            <a:endParaRPr lang="en-US"/>
          </a:p>
        </p:txBody>
      </p:sp>
    </p:spTree>
    <p:extLst>
      <p:ext uri="{BB962C8B-B14F-4D97-AF65-F5344CB8AC3E}">
        <p14:creationId xmlns:p14="http://schemas.microsoft.com/office/powerpoint/2010/main" val="6316518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20205" y="1759086"/>
            <a:ext cx="29163645" cy="7321021"/>
          </a:xfrm>
          <a:prstGeom prst="rect">
            <a:avLst/>
          </a:prstGeom>
        </p:spPr>
        <p:txBody>
          <a:bodyPr vert="horz" lIns="436169" tIns="218084" rIns="436169" bIns="218084" rtlCol="0" anchor="ctr">
            <a:normAutofit/>
          </a:bodyPr>
          <a:lstStyle/>
          <a:p>
            <a:r>
              <a:rPr lang="en-US"/>
              <a:t>Click to edit Master title style</a:t>
            </a:r>
          </a:p>
        </p:txBody>
      </p:sp>
      <p:sp>
        <p:nvSpPr>
          <p:cNvPr id="3" name="Text Placeholder 2"/>
          <p:cNvSpPr>
            <a:spLocks noGrp="1"/>
          </p:cNvSpPr>
          <p:nvPr>
            <p:ph type="body" idx="1"/>
          </p:nvPr>
        </p:nvSpPr>
        <p:spPr>
          <a:xfrm>
            <a:off x="1620205" y="10249432"/>
            <a:ext cx="29163645" cy="28989212"/>
          </a:xfrm>
          <a:prstGeom prst="rect">
            <a:avLst/>
          </a:prstGeom>
        </p:spPr>
        <p:txBody>
          <a:bodyPr vert="horz" lIns="436169" tIns="218084" rIns="436169" bIns="218084"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620205" y="40713013"/>
            <a:ext cx="7560945" cy="2338660"/>
          </a:xfrm>
          <a:prstGeom prst="rect">
            <a:avLst/>
          </a:prstGeom>
        </p:spPr>
        <p:txBody>
          <a:bodyPr vert="horz" lIns="436169" tIns="218084" rIns="436169" bIns="218084" rtlCol="0" anchor="ctr"/>
          <a:lstStyle>
            <a:lvl1pPr algn="l">
              <a:defRPr sz="5700">
                <a:solidFill>
                  <a:schemeClr val="tx1">
                    <a:tint val="75000"/>
                  </a:schemeClr>
                </a:solidFill>
              </a:defRPr>
            </a:lvl1pPr>
          </a:lstStyle>
          <a:p>
            <a:fld id="{0BCBA230-A15E-49CD-BA45-60A8154E82A5}" type="datetimeFigureOut">
              <a:rPr lang="en-US" smtClean="0"/>
              <a:pPr/>
              <a:t>6/17/2025</a:t>
            </a:fld>
            <a:endParaRPr lang="en-US"/>
          </a:p>
        </p:txBody>
      </p:sp>
      <p:sp>
        <p:nvSpPr>
          <p:cNvPr id="5" name="Footer Placeholder 4"/>
          <p:cNvSpPr>
            <a:spLocks noGrp="1"/>
          </p:cNvSpPr>
          <p:nvPr>
            <p:ph type="ftr" sz="quarter" idx="3"/>
          </p:nvPr>
        </p:nvSpPr>
        <p:spPr>
          <a:xfrm>
            <a:off x="11071386" y="40713013"/>
            <a:ext cx="10261283" cy="2338660"/>
          </a:xfrm>
          <a:prstGeom prst="rect">
            <a:avLst/>
          </a:prstGeom>
        </p:spPr>
        <p:txBody>
          <a:bodyPr vert="horz" lIns="436169" tIns="218084" rIns="436169" bIns="218084" rtlCol="0" anchor="ctr"/>
          <a:lstStyle>
            <a:lvl1pPr algn="ctr">
              <a:defRPr sz="57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3222905" y="40713013"/>
            <a:ext cx="7560945" cy="2338660"/>
          </a:xfrm>
          <a:prstGeom prst="rect">
            <a:avLst/>
          </a:prstGeom>
        </p:spPr>
        <p:txBody>
          <a:bodyPr vert="horz" lIns="436169" tIns="218084" rIns="436169" bIns="218084" rtlCol="0" anchor="ctr"/>
          <a:lstStyle>
            <a:lvl1pPr algn="r">
              <a:defRPr sz="5700">
                <a:solidFill>
                  <a:schemeClr val="tx1">
                    <a:tint val="75000"/>
                  </a:schemeClr>
                </a:solidFill>
              </a:defRPr>
            </a:lvl1pPr>
          </a:lstStyle>
          <a:p>
            <a:fld id="{8A622229-1726-45B3-A707-310F65887658}" type="slidenum">
              <a:rPr lang="en-US" smtClean="0"/>
              <a:pPr/>
              <a:t>‹#›</a:t>
            </a:fld>
            <a:endParaRPr lang="en-US"/>
          </a:p>
        </p:txBody>
      </p:sp>
    </p:spTree>
    <p:extLst>
      <p:ext uri="{BB962C8B-B14F-4D97-AF65-F5344CB8AC3E}">
        <p14:creationId xmlns:p14="http://schemas.microsoft.com/office/powerpoint/2010/main" val="36861199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361688" rtl="0" eaLnBrk="1" latinLnBrk="0" hangingPunct="1">
        <a:spcBef>
          <a:spcPct val="0"/>
        </a:spcBef>
        <a:buNone/>
        <a:defRPr sz="21000" kern="1200">
          <a:solidFill>
            <a:schemeClr val="tx1"/>
          </a:solidFill>
          <a:latin typeface="+mj-lt"/>
          <a:ea typeface="+mj-ea"/>
          <a:cs typeface="+mj-cs"/>
        </a:defRPr>
      </a:lvl1pPr>
    </p:titleStyle>
    <p:bodyStyle>
      <a:lvl1pPr marL="1635633" indent="-1635633" algn="l" defTabSz="4361688" rtl="0" eaLnBrk="1" latinLnBrk="0" hangingPunct="1">
        <a:spcBef>
          <a:spcPct val="20000"/>
        </a:spcBef>
        <a:buFont typeface="Arial" pitchFamily="34" charset="0"/>
        <a:buChar char="•"/>
        <a:defRPr sz="15300" kern="1200">
          <a:solidFill>
            <a:schemeClr val="tx1"/>
          </a:solidFill>
          <a:latin typeface="+mn-lt"/>
          <a:ea typeface="+mn-ea"/>
          <a:cs typeface="+mn-cs"/>
        </a:defRPr>
      </a:lvl1pPr>
      <a:lvl2pPr marL="3543872" indent="-1363028" algn="l" defTabSz="4361688" rtl="0" eaLnBrk="1" latinLnBrk="0" hangingPunct="1">
        <a:spcBef>
          <a:spcPct val="20000"/>
        </a:spcBef>
        <a:buFont typeface="Arial" pitchFamily="34" charset="0"/>
        <a:buChar char="–"/>
        <a:defRPr sz="13400" kern="1200">
          <a:solidFill>
            <a:schemeClr val="tx1"/>
          </a:solidFill>
          <a:latin typeface="+mn-lt"/>
          <a:ea typeface="+mn-ea"/>
          <a:cs typeface="+mn-cs"/>
        </a:defRPr>
      </a:lvl2pPr>
      <a:lvl3pPr marL="5452110" indent="-1090422" algn="l" defTabSz="4361688" rtl="0" eaLnBrk="1" latinLnBrk="0" hangingPunct="1">
        <a:spcBef>
          <a:spcPct val="20000"/>
        </a:spcBef>
        <a:buFont typeface="Arial" pitchFamily="34" charset="0"/>
        <a:buChar char="•"/>
        <a:defRPr sz="11400" kern="1200">
          <a:solidFill>
            <a:schemeClr val="tx1"/>
          </a:solidFill>
          <a:latin typeface="+mn-lt"/>
          <a:ea typeface="+mn-ea"/>
          <a:cs typeface="+mn-cs"/>
        </a:defRPr>
      </a:lvl3pPr>
      <a:lvl4pPr marL="7632954" indent="-1090422" algn="l" defTabSz="4361688" rtl="0" eaLnBrk="1" latinLnBrk="0" hangingPunct="1">
        <a:spcBef>
          <a:spcPct val="20000"/>
        </a:spcBef>
        <a:buFont typeface="Arial" pitchFamily="34" charset="0"/>
        <a:buChar char="–"/>
        <a:defRPr sz="9500" kern="1200">
          <a:solidFill>
            <a:schemeClr val="tx1"/>
          </a:solidFill>
          <a:latin typeface="+mn-lt"/>
          <a:ea typeface="+mn-ea"/>
          <a:cs typeface="+mn-cs"/>
        </a:defRPr>
      </a:lvl4pPr>
      <a:lvl5pPr marL="9813798" indent="-1090422" algn="l" defTabSz="4361688" rtl="0" eaLnBrk="1" latinLnBrk="0" hangingPunct="1">
        <a:spcBef>
          <a:spcPct val="20000"/>
        </a:spcBef>
        <a:buFont typeface="Arial" pitchFamily="34" charset="0"/>
        <a:buChar char="»"/>
        <a:defRPr sz="9500" kern="1200">
          <a:solidFill>
            <a:schemeClr val="tx1"/>
          </a:solidFill>
          <a:latin typeface="+mn-lt"/>
          <a:ea typeface="+mn-ea"/>
          <a:cs typeface="+mn-cs"/>
        </a:defRPr>
      </a:lvl5pPr>
      <a:lvl6pPr marL="11994642" indent="-1090422" algn="l" defTabSz="4361688" rtl="0" eaLnBrk="1" latinLnBrk="0" hangingPunct="1">
        <a:spcBef>
          <a:spcPct val="20000"/>
        </a:spcBef>
        <a:buFont typeface="Arial" pitchFamily="34" charset="0"/>
        <a:buChar char="•"/>
        <a:defRPr sz="9500" kern="1200">
          <a:solidFill>
            <a:schemeClr val="tx1"/>
          </a:solidFill>
          <a:latin typeface="+mn-lt"/>
          <a:ea typeface="+mn-ea"/>
          <a:cs typeface="+mn-cs"/>
        </a:defRPr>
      </a:lvl6pPr>
      <a:lvl7pPr marL="14175486" indent="-1090422" algn="l" defTabSz="4361688" rtl="0" eaLnBrk="1" latinLnBrk="0" hangingPunct="1">
        <a:spcBef>
          <a:spcPct val="20000"/>
        </a:spcBef>
        <a:buFont typeface="Arial" pitchFamily="34" charset="0"/>
        <a:buChar char="•"/>
        <a:defRPr sz="9500" kern="1200">
          <a:solidFill>
            <a:schemeClr val="tx1"/>
          </a:solidFill>
          <a:latin typeface="+mn-lt"/>
          <a:ea typeface="+mn-ea"/>
          <a:cs typeface="+mn-cs"/>
        </a:defRPr>
      </a:lvl7pPr>
      <a:lvl8pPr marL="16356330" indent="-1090422" algn="l" defTabSz="4361688" rtl="0" eaLnBrk="1" latinLnBrk="0" hangingPunct="1">
        <a:spcBef>
          <a:spcPct val="20000"/>
        </a:spcBef>
        <a:buFont typeface="Arial" pitchFamily="34" charset="0"/>
        <a:buChar char="•"/>
        <a:defRPr sz="9500" kern="1200">
          <a:solidFill>
            <a:schemeClr val="tx1"/>
          </a:solidFill>
          <a:latin typeface="+mn-lt"/>
          <a:ea typeface="+mn-ea"/>
          <a:cs typeface="+mn-cs"/>
        </a:defRPr>
      </a:lvl8pPr>
      <a:lvl9pPr marL="18537174" indent="-1090422" algn="l" defTabSz="4361688" rtl="0" eaLnBrk="1" latinLnBrk="0" hangingPunct="1">
        <a:spcBef>
          <a:spcPct val="20000"/>
        </a:spcBef>
        <a:buFont typeface="Arial" pitchFamily="34" charset="0"/>
        <a:buChar char="•"/>
        <a:defRPr sz="9500" kern="1200">
          <a:solidFill>
            <a:schemeClr val="tx1"/>
          </a:solidFill>
          <a:latin typeface="+mn-lt"/>
          <a:ea typeface="+mn-ea"/>
          <a:cs typeface="+mn-cs"/>
        </a:defRPr>
      </a:lvl9pPr>
    </p:bodyStyle>
    <p:otherStyle>
      <a:defPPr>
        <a:defRPr lang="en-US"/>
      </a:defPPr>
      <a:lvl1pPr marL="0" algn="l" defTabSz="4361688" rtl="0" eaLnBrk="1" latinLnBrk="0" hangingPunct="1">
        <a:defRPr sz="8600" kern="1200">
          <a:solidFill>
            <a:schemeClr val="tx1"/>
          </a:solidFill>
          <a:latin typeface="+mn-lt"/>
          <a:ea typeface="+mn-ea"/>
          <a:cs typeface="+mn-cs"/>
        </a:defRPr>
      </a:lvl1pPr>
      <a:lvl2pPr marL="2180844" algn="l" defTabSz="4361688" rtl="0" eaLnBrk="1" latinLnBrk="0" hangingPunct="1">
        <a:defRPr sz="8600" kern="1200">
          <a:solidFill>
            <a:schemeClr val="tx1"/>
          </a:solidFill>
          <a:latin typeface="+mn-lt"/>
          <a:ea typeface="+mn-ea"/>
          <a:cs typeface="+mn-cs"/>
        </a:defRPr>
      </a:lvl2pPr>
      <a:lvl3pPr marL="4361688" algn="l" defTabSz="4361688" rtl="0" eaLnBrk="1" latinLnBrk="0" hangingPunct="1">
        <a:defRPr sz="8600" kern="1200">
          <a:solidFill>
            <a:schemeClr val="tx1"/>
          </a:solidFill>
          <a:latin typeface="+mn-lt"/>
          <a:ea typeface="+mn-ea"/>
          <a:cs typeface="+mn-cs"/>
        </a:defRPr>
      </a:lvl3pPr>
      <a:lvl4pPr marL="6542532" algn="l" defTabSz="4361688" rtl="0" eaLnBrk="1" latinLnBrk="0" hangingPunct="1">
        <a:defRPr sz="8600" kern="1200">
          <a:solidFill>
            <a:schemeClr val="tx1"/>
          </a:solidFill>
          <a:latin typeface="+mn-lt"/>
          <a:ea typeface="+mn-ea"/>
          <a:cs typeface="+mn-cs"/>
        </a:defRPr>
      </a:lvl4pPr>
      <a:lvl5pPr marL="8723376" algn="l" defTabSz="4361688" rtl="0" eaLnBrk="1" latinLnBrk="0" hangingPunct="1">
        <a:defRPr sz="8600" kern="1200">
          <a:solidFill>
            <a:schemeClr val="tx1"/>
          </a:solidFill>
          <a:latin typeface="+mn-lt"/>
          <a:ea typeface="+mn-ea"/>
          <a:cs typeface="+mn-cs"/>
        </a:defRPr>
      </a:lvl5pPr>
      <a:lvl6pPr marL="10904220" algn="l" defTabSz="4361688" rtl="0" eaLnBrk="1" latinLnBrk="0" hangingPunct="1">
        <a:defRPr sz="8600" kern="1200">
          <a:solidFill>
            <a:schemeClr val="tx1"/>
          </a:solidFill>
          <a:latin typeface="+mn-lt"/>
          <a:ea typeface="+mn-ea"/>
          <a:cs typeface="+mn-cs"/>
        </a:defRPr>
      </a:lvl6pPr>
      <a:lvl7pPr marL="13085064" algn="l" defTabSz="4361688" rtl="0" eaLnBrk="1" latinLnBrk="0" hangingPunct="1">
        <a:defRPr sz="8600" kern="1200">
          <a:solidFill>
            <a:schemeClr val="tx1"/>
          </a:solidFill>
          <a:latin typeface="+mn-lt"/>
          <a:ea typeface="+mn-ea"/>
          <a:cs typeface="+mn-cs"/>
        </a:defRPr>
      </a:lvl7pPr>
      <a:lvl8pPr marL="15265908" algn="l" defTabSz="4361688" rtl="0" eaLnBrk="1" latinLnBrk="0" hangingPunct="1">
        <a:defRPr sz="8600" kern="1200">
          <a:solidFill>
            <a:schemeClr val="tx1"/>
          </a:solidFill>
          <a:latin typeface="+mn-lt"/>
          <a:ea typeface="+mn-ea"/>
          <a:cs typeface="+mn-cs"/>
        </a:defRPr>
      </a:lvl8pPr>
      <a:lvl9pPr marL="17446752" algn="l" defTabSz="4361688"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2.jpeg"/><Relationship Id="rId7" Type="http://schemas.openxmlformats.org/officeDocument/2006/relationships/image" Target="../media/image5.png"/><Relationship Id="rId12" Type="http://schemas.openxmlformats.org/officeDocument/2006/relationships/image" Target="../media/image10.jpeg"/><Relationship Id="rId2" Type="http://schemas.openxmlformats.org/officeDocument/2006/relationships/notesSlide" Target="../notesSlides/notesSlide1.xml"/><Relationship Id="rId16"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1.png"/><Relationship Id="rId9" Type="http://schemas.openxmlformats.org/officeDocument/2006/relationships/image" Target="../media/image7.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 Box 11">
            <a:extLst>
              <a:ext uri="{FF2B5EF4-FFF2-40B4-BE49-F238E27FC236}">
                <a16:creationId xmlns:a16="http://schemas.microsoft.com/office/drawing/2014/main" id="{228F0B52-6103-48AD-A3B6-42D87ED58A6C}"/>
              </a:ext>
            </a:extLst>
          </p:cNvPr>
          <p:cNvSpPr txBox="1">
            <a:spLocks noChangeArrowheads="1"/>
          </p:cNvSpPr>
          <p:nvPr/>
        </p:nvSpPr>
        <p:spPr bwMode="auto">
          <a:xfrm>
            <a:off x="226319" y="262313"/>
            <a:ext cx="32021605" cy="6271109"/>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lIns="843867" tIns="421935" rIns="843867" bIns="843867"/>
          <a:lstStyle>
            <a:defPPr>
              <a:defRPr lang="en-US"/>
            </a:defPPr>
            <a:lvl1pPr marL="0" algn="l" defTabSz="3686418" rtl="0" eaLnBrk="1" latinLnBrk="0" hangingPunct="1">
              <a:defRPr sz="7300" kern="1200">
                <a:solidFill>
                  <a:schemeClr val="tx1"/>
                </a:solidFill>
                <a:latin typeface="+mn-lt"/>
                <a:ea typeface="+mn-ea"/>
                <a:cs typeface="+mn-cs"/>
              </a:defRPr>
            </a:lvl1pPr>
            <a:lvl2pPr marL="1843209" algn="l" defTabSz="3686418" rtl="0" eaLnBrk="1" latinLnBrk="0" hangingPunct="1">
              <a:defRPr sz="7300" kern="1200">
                <a:solidFill>
                  <a:schemeClr val="tx1"/>
                </a:solidFill>
                <a:latin typeface="+mn-lt"/>
                <a:ea typeface="+mn-ea"/>
                <a:cs typeface="+mn-cs"/>
              </a:defRPr>
            </a:lvl2pPr>
            <a:lvl3pPr marL="3686418" algn="l" defTabSz="3686418" rtl="0" eaLnBrk="1" latinLnBrk="0" hangingPunct="1">
              <a:defRPr sz="7300" kern="1200">
                <a:solidFill>
                  <a:schemeClr val="tx1"/>
                </a:solidFill>
                <a:latin typeface="+mn-lt"/>
                <a:ea typeface="+mn-ea"/>
                <a:cs typeface="+mn-cs"/>
              </a:defRPr>
            </a:lvl3pPr>
            <a:lvl4pPr marL="5529628" algn="l" defTabSz="3686418" rtl="0" eaLnBrk="1" latinLnBrk="0" hangingPunct="1">
              <a:defRPr sz="7300" kern="1200">
                <a:solidFill>
                  <a:schemeClr val="tx1"/>
                </a:solidFill>
                <a:latin typeface="+mn-lt"/>
                <a:ea typeface="+mn-ea"/>
                <a:cs typeface="+mn-cs"/>
              </a:defRPr>
            </a:lvl4pPr>
            <a:lvl5pPr marL="7372837" algn="l" defTabSz="3686418" rtl="0" eaLnBrk="1" latinLnBrk="0" hangingPunct="1">
              <a:defRPr sz="7300" kern="1200">
                <a:solidFill>
                  <a:schemeClr val="tx1"/>
                </a:solidFill>
                <a:latin typeface="+mn-lt"/>
                <a:ea typeface="+mn-ea"/>
                <a:cs typeface="+mn-cs"/>
              </a:defRPr>
            </a:lvl5pPr>
            <a:lvl6pPr marL="9216046" algn="l" defTabSz="3686418" rtl="0" eaLnBrk="1" latinLnBrk="0" hangingPunct="1">
              <a:defRPr sz="7300" kern="1200">
                <a:solidFill>
                  <a:schemeClr val="tx1"/>
                </a:solidFill>
                <a:latin typeface="+mn-lt"/>
                <a:ea typeface="+mn-ea"/>
                <a:cs typeface="+mn-cs"/>
              </a:defRPr>
            </a:lvl6pPr>
            <a:lvl7pPr marL="11059255" algn="l" defTabSz="3686418" rtl="0" eaLnBrk="1" latinLnBrk="0" hangingPunct="1">
              <a:defRPr sz="7300" kern="1200">
                <a:solidFill>
                  <a:schemeClr val="tx1"/>
                </a:solidFill>
                <a:latin typeface="+mn-lt"/>
                <a:ea typeface="+mn-ea"/>
                <a:cs typeface="+mn-cs"/>
              </a:defRPr>
            </a:lvl7pPr>
            <a:lvl8pPr marL="12902464" algn="l" defTabSz="3686418" rtl="0" eaLnBrk="1" latinLnBrk="0" hangingPunct="1">
              <a:defRPr sz="7300" kern="1200">
                <a:solidFill>
                  <a:schemeClr val="tx1"/>
                </a:solidFill>
                <a:latin typeface="+mn-lt"/>
                <a:ea typeface="+mn-ea"/>
                <a:cs typeface="+mn-cs"/>
              </a:defRPr>
            </a:lvl8pPr>
            <a:lvl9pPr marL="14745674" algn="l" defTabSz="3686418" rtl="0" eaLnBrk="1" latinLnBrk="0" hangingPunct="1">
              <a:defRPr sz="7300" kern="1200">
                <a:solidFill>
                  <a:schemeClr val="tx1"/>
                </a:solidFill>
                <a:latin typeface="+mn-lt"/>
                <a:ea typeface="+mn-ea"/>
                <a:cs typeface="+mn-cs"/>
              </a:defRPr>
            </a:lvl9pPr>
          </a:lstStyle>
          <a:p>
            <a:pPr algn="just"/>
            <a:endParaRPr lang="en-US" sz="5400" dirty="0">
              <a:latin typeface="Arial" panose="020B0604020202020204" pitchFamily="34" charset="0"/>
              <a:cs typeface="Arial" panose="020B0604020202020204" pitchFamily="34" charset="0"/>
            </a:endParaRPr>
          </a:p>
        </p:txBody>
      </p:sp>
      <p:pic>
        <p:nvPicPr>
          <p:cNvPr id="45" name="Picture 44"/>
          <p:cNvPicPr>
            <a:picLocks noChangeAspect="1"/>
          </p:cNvPicPr>
          <p:nvPr/>
        </p:nvPicPr>
        <p:blipFill>
          <a:blip r:embed="rId3" cstate="print">
            <a:clrChange>
              <a:clrFrom>
                <a:srgbClr val="FEFEFE"/>
              </a:clrFrom>
              <a:clrTo>
                <a:srgbClr val="FEFEFE">
                  <a:alpha val="0"/>
                </a:srgbClr>
              </a:clrTo>
            </a:clrChange>
            <a:extLst>
              <a:ext uri="{28A0092B-C50C-407E-A947-70E740481C1C}">
                <a14:useLocalDpi xmlns:a14="http://schemas.microsoft.com/office/drawing/2010/main" val="0"/>
              </a:ext>
            </a:extLst>
          </a:blip>
          <a:stretch>
            <a:fillRect/>
          </a:stretch>
        </p:blipFill>
        <p:spPr>
          <a:xfrm>
            <a:off x="211930" y="262312"/>
            <a:ext cx="6252809" cy="6310192"/>
          </a:xfrm>
          <a:prstGeom prst="rect">
            <a:avLst/>
          </a:prstGeom>
          <a:ln>
            <a:noFill/>
          </a:ln>
        </p:spPr>
      </p:pic>
      <p:sp>
        <p:nvSpPr>
          <p:cNvPr id="46" name="Title 3">
            <a:extLst>
              <a:ext uri="{FF2B5EF4-FFF2-40B4-BE49-F238E27FC236}">
                <a16:creationId xmlns:a16="http://schemas.microsoft.com/office/drawing/2014/main" id="{213D880A-ACC0-4543-93BB-8BA099E21CD1}"/>
              </a:ext>
            </a:extLst>
          </p:cNvPr>
          <p:cNvSpPr txBox="1">
            <a:spLocks/>
          </p:cNvSpPr>
          <p:nvPr/>
        </p:nvSpPr>
        <p:spPr bwMode="auto">
          <a:xfrm>
            <a:off x="6264921" y="388787"/>
            <a:ext cx="20509929" cy="2357636"/>
          </a:xfrm>
          <a:prstGeom prst="rect">
            <a:avLst/>
          </a:prstGeom>
          <a:solidFill>
            <a:schemeClr val="accent6">
              <a:lumMod val="20000"/>
              <a:lumOff val="80000"/>
            </a:schemeClr>
          </a:solidFill>
          <a:ln>
            <a:noFill/>
          </a:ln>
        </p:spPr>
        <p:txBody>
          <a:bodyPr vert="horz" lIns="91428" tIns="45714" rIns="91428" bIns="45714" rtlCol="0" anchor="b">
            <a:noAutofit/>
          </a:bodyPr>
          <a:lstStyle>
            <a:lvl1pPr algn="l" defTabSz="3134710" rtl="0" eaLnBrk="1" latinLnBrk="0" hangingPunct="1">
              <a:lnSpc>
                <a:spcPct val="90000"/>
              </a:lnSpc>
              <a:spcBef>
                <a:spcPct val="0"/>
              </a:spcBef>
              <a:buNone/>
              <a:defRPr sz="6300" b="1" kern="1200">
                <a:solidFill>
                  <a:schemeClr val="bg1"/>
                </a:solidFill>
                <a:latin typeface="+mj-lt"/>
                <a:ea typeface="+mj-ea"/>
                <a:cs typeface="+mj-cs"/>
              </a:defRPr>
            </a:lvl1pPr>
          </a:lstStyle>
          <a:p>
            <a:pPr algn="ctr"/>
            <a:r>
              <a:rPr lang="en-US" sz="6000" i="1" dirty="0" err="1">
                <a:solidFill>
                  <a:schemeClr val="tx1"/>
                </a:solidFill>
                <a:latin typeface="Arial" panose="020B0604020202020204" pitchFamily="34" charset="0"/>
                <a:cs typeface="Arial" panose="020B0604020202020204" pitchFamily="34" charset="0"/>
              </a:rPr>
              <a:t>MedAnalyzer</a:t>
            </a:r>
            <a:r>
              <a:rPr lang="en-US" sz="6000" i="1" dirty="0">
                <a:solidFill>
                  <a:schemeClr val="tx1"/>
                </a:solidFill>
                <a:latin typeface="Arial" panose="020B0604020202020204" pitchFamily="34" charset="0"/>
                <a:cs typeface="Arial" panose="020B0604020202020204" pitchFamily="34" charset="0"/>
              </a:rPr>
              <a:t>: A Python-Based Web Application for Medical Data Analysis and Risk Prediction using Flask and Machine Learning</a:t>
            </a:r>
            <a:endParaRPr lang="en-US" sz="6000" dirty="0">
              <a:solidFill>
                <a:schemeClr val="tx1"/>
              </a:solidFill>
              <a:latin typeface="Arial" panose="020B0604020202020204" pitchFamily="34" charset="0"/>
              <a:cs typeface="Arial" panose="020B0604020202020204" pitchFamily="34" charset="0"/>
            </a:endParaRPr>
          </a:p>
        </p:txBody>
      </p:sp>
      <p:sp>
        <p:nvSpPr>
          <p:cNvPr id="51" name="Text Box 11">
            <a:extLst>
              <a:ext uri="{FF2B5EF4-FFF2-40B4-BE49-F238E27FC236}">
                <a16:creationId xmlns:a16="http://schemas.microsoft.com/office/drawing/2014/main" id="{E9705E32-FADB-4E4F-970E-089317A7E6A0}"/>
              </a:ext>
            </a:extLst>
          </p:cNvPr>
          <p:cNvSpPr txBox="1">
            <a:spLocks noChangeArrowheads="1"/>
          </p:cNvSpPr>
          <p:nvPr/>
        </p:nvSpPr>
        <p:spPr bwMode="auto">
          <a:xfrm>
            <a:off x="226319" y="20719779"/>
            <a:ext cx="12318471" cy="14767349"/>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lIns="843867" tIns="421935" rIns="843867" bIns="843867"/>
          <a:lstStyle>
            <a:defPPr>
              <a:defRPr lang="en-US"/>
            </a:defPPr>
            <a:lvl1pPr algn="just">
              <a:tabLst>
                <a:tab pos="508000" algn="l"/>
              </a:tabLst>
              <a:defRPr sz="5400">
                <a:solidFill>
                  <a:schemeClr val="accent6">
                    <a:lumMod val="75000"/>
                  </a:schemeClr>
                </a:solidFill>
                <a:latin typeface="Arial" panose="020B0604020202020204" pitchFamily="34" charset="0"/>
                <a:ea typeface="MS PGothic" panose="020B0600070205080204" pitchFamily="34" charset="-128"/>
                <a:cs typeface="Arial" panose="020B0604020202020204" pitchFamily="34" charset="0"/>
              </a:defRPr>
            </a:lvl1pPr>
            <a:lvl2pPr marL="742950" indent="-285750">
              <a:tabLst>
                <a:tab pos="508000" algn="l"/>
              </a:tabLst>
              <a:defRPr sz="2500">
                <a:latin typeface="Helvetica" panose="020B0604020202020204" pitchFamily="34" charset="0"/>
                <a:ea typeface="MS PGothic" panose="020B0600070205080204" pitchFamily="34" charset="-128"/>
              </a:defRPr>
            </a:lvl2pPr>
            <a:lvl3pPr marL="1143000" indent="-228600">
              <a:tabLst>
                <a:tab pos="508000" algn="l"/>
              </a:tabLst>
              <a:defRPr sz="2500">
                <a:latin typeface="Helvetica" panose="020B0604020202020204" pitchFamily="34" charset="0"/>
                <a:ea typeface="MS PGothic" panose="020B0600070205080204" pitchFamily="34" charset="-128"/>
              </a:defRPr>
            </a:lvl3pPr>
            <a:lvl4pPr marL="1600200" indent="-228600">
              <a:tabLst>
                <a:tab pos="508000" algn="l"/>
              </a:tabLst>
              <a:defRPr sz="2500">
                <a:latin typeface="Helvetica" panose="020B0604020202020204" pitchFamily="34" charset="0"/>
                <a:ea typeface="MS PGothic" panose="020B0600070205080204" pitchFamily="34" charset="-128"/>
              </a:defRPr>
            </a:lvl4pPr>
            <a:lvl5pPr marL="2057400" indent="-228600">
              <a:tabLst>
                <a:tab pos="508000" algn="l"/>
              </a:tabLst>
              <a:defRPr sz="2500">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tabLst>
                <a:tab pos="508000" algn="l"/>
              </a:tabLst>
              <a:defRPr sz="2500">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tabLst>
                <a:tab pos="508000" algn="l"/>
              </a:tabLst>
              <a:defRPr sz="2500">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tabLst>
                <a:tab pos="508000" algn="l"/>
              </a:tabLst>
              <a:defRPr sz="2500">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tabLst>
                <a:tab pos="508000" algn="l"/>
              </a:tabLst>
              <a:defRPr sz="2500">
                <a:latin typeface="Helvetica" panose="020B0604020202020204" pitchFamily="34" charset="0"/>
                <a:ea typeface="MS PGothic" panose="020B0600070205080204" pitchFamily="34" charset="-128"/>
              </a:defRPr>
            </a:lvl9pPr>
          </a:lstStyle>
          <a:p>
            <a:pPr algn="justLow"/>
            <a:endParaRPr lang="en-US" dirty="0"/>
          </a:p>
        </p:txBody>
      </p:sp>
      <p:sp>
        <p:nvSpPr>
          <p:cNvPr id="52" name="Text Box 11">
            <a:extLst>
              <a:ext uri="{FF2B5EF4-FFF2-40B4-BE49-F238E27FC236}">
                <a16:creationId xmlns:a16="http://schemas.microsoft.com/office/drawing/2014/main" id="{228F0B52-6103-48AD-A3B6-42D87ED58A6C}"/>
              </a:ext>
            </a:extLst>
          </p:cNvPr>
          <p:cNvSpPr txBox="1">
            <a:spLocks noChangeArrowheads="1"/>
          </p:cNvSpPr>
          <p:nvPr/>
        </p:nvSpPr>
        <p:spPr bwMode="auto">
          <a:xfrm>
            <a:off x="186843" y="7562072"/>
            <a:ext cx="12199887" cy="5735613"/>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lIns="843867" tIns="421935" rIns="843867" bIns="843867"/>
          <a:lstStyle>
            <a:lvl1pPr>
              <a:tabLst>
                <a:tab pos="508000" algn="l"/>
              </a:tabLst>
              <a:defRPr sz="2500">
                <a:solidFill>
                  <a:schemeClr val="tx1"/>
                </a:solidFill>
                <a:latin typeface="Helvetica" panose="020B0604020202020204" pitchFamily="34" charset="0"/>
                <a:ea typeface="MS PGothic" panose="020B0600070205080204" pitchFamily="34" charset="-128"/>
              </a:defRPr>
            </a:lvl1pPr>
            <a:lvl2pPr marL="742950" indent="-285750">
              <a:tabLst>
                <a:tab pos="508000" algn="l"/>
              </a:tabLst>
              <a:defRPr sz="2500">
                <a:solidFill>
                  <a:schemeClr val="tx1"/>
                </a:solidFill>
                <a:latin typeface="Helvetica" panose="020B0604020202020204" pitchFamily="34" charset="0"/>
                <a:ea typeface="MS PGothic" panose="020B0600070205080204" pitchFamily="34" charset="-128"/>
              </a:defRPr>
            </a:lvl2pPr>
            <a:lvl3pPr marL="1143000" indent="-228600">
              <a:tabLst>
                <a:tab pos="508000" algn="l"/>
              </a:tabLst>
              <a:defRPr sz="2500">
                <a:solidFill>
                  <a:schemeClr val="tx1"/>
                </a:solidFill>
                <a:latin typeface="Helvetica" panose="020B0604020202020204" pitchFamily="34" charset="0"/>
                <a:ea typeface="MS PGothic" panose="020B0600070205080204" pitchFamily="34" charset="-128"/>
              </a:defRPr>
            </a:lvl3pPr>
            <a:lvl4pPr marL="1600200" indent="-228600">
              <a:tabLst>
                <a:tab pos="508000" algn="l"/>
              </a:tabLst>
              <a:defRPr sz="2500">
                <a:solidFill>
                  <a:schemeClr val="tx1"/>
                </a:solidFill>
                <a:latin typeface="Helvetica" panose="020B0604020202020204" pitchFamily="34" charset="0"/>
                <a:ea typeface="MS PGothic" panose="020B0600070205080204" pitchFamily="34" charset="-128"/>
              </a:defRPr>
            </a:lvl4pPr>
            <a:lvl5pPr marL="2057400" indent="-228600">
              <a:tabLst>
                <a:tab pos="508000" algn="l"/>
              </a:tabLst>
              <a:defRPr sz="25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tabLst>
                <a:tab pos="508000" algn="l"/>
              </a:tabLst>
              <a:defRPr sz="25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tabLst>
                <a:tab pos="508000" algn="l"/>
              </a:tabLst>
              <a:defRPr sz="25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tabLst>
                <a:tab pos="508000" algn="l"/>
              </a:tabLst>
              <a:defRPr sz="25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tabLst>
                <a:tab pos="508000" algn="l"/>
              </a:tabLst>
              <a:defRPr sz="2500">
                <a:solidFill>
                  <a:schemeClr val="tx1"/>
                </a:solidFill>
                <a:latin typeface="Helvetica" panose="020B0604020202020204" pitchFamily="34" charset="0"/>
                <a:ea typeface="MS PGothic" panose="020B0600070205080204" pitchFamily="34" charset="-128"/>
              </a:defRPr>
            </a:lvl9pPr>
          </a:lstStyle>
          <a:p>
            <a:r>
              <a:rPr lang="en-GB" sz="3200" b="1" dirty="0">
                <a:latin typeface="Bell MT" panose="02020503060305020303" pitchFamily="18" charset="0"/>
              </a:rPr>
              <a:t>The </a:t>
            </a:r>
            <a:r>
              <a:rPr lang="en-GB" sz="3200" b="1" dirty="0" err="1">
                <a:latin typeface="Bell MT" panose="02020503060305020303" pitchFamily="18" charset="0"/>
              </a:rPr>
              <a:t>MedAnalyzer</a:t>
            </a:r>
            <a:r>
              <a:rPr lang="en-GB" sz="3200" b="1" dirty="0">
                <a:latin typeface="Bell MT" panose="02020503060305020303" pitchFamily="18" charset="0"/>
              </a:rPr>
              <a:t> project is a comprehensive medical data analysis platform developed to streamline the collection, interpretation, and visualization of vital patient health information. The primary purpose of the project is to assist healthcare professionals in managing patient data efficiently and making informed decisions using intelligent analytics</a:t>
            </a:r>
            <a:r>
              <a:rPr lang="en-US" sz="3200" b="1" dirty="0">
                <a:latin typeface="Bell MT" panose="02020503060305020303" pitchFamily="18" charset="0"/>
              </a:rPr>
              <a:t> .</a:t>
            </a:r>
          </a:p>
          <a:p>
            <a:r>
              <a:rPr lang="en-US" sz="3200" dirty="0"/>
              <a:t> Keywords — </a:t>
            </a:r>
            <a:r>
              <a:rPr lang="en-US" sz="3200" dirty="0" err="1"/>
              <a:t>MedAnalyzer</a:t>
            </a:r>
            <a:r>
              <a:rPr lang="en-US" sz="3200" dirty="0"/>
              <a:t> , intelligent analytics , informed decision-making.</a:t>
            </a:r>
          </a:p>
          <a:p>
            <a:pPr marL="342900" marR="0" lvl="0" indent="-342900" algn="just" defTabSz="4361688"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3600" i="0" u="none" strike="noStrike" kern="1200" cap="none" spc="0" normalizeH="0" baseline="0" noProof="0" dirty="0">
              <a:ln>
                <a:noFill/>
              </a:ln>
              <a:solidFill>
                <a:srgbClr val="222222"/>
              </a:solidFill>
              <a:effectLst/>
              <a:uLnTx/>
              <a:uFillTx/>
              <a:latin typeface="Arial" panose="020B0604020202020204" pitchFamily="34" charset="0"/>
              <a:ea typeface="+mn-ea"/>
              <a:cs typeface="Arial" panose="020B0604020202020204" pitchFamily="34" charset="0"/>
            </a:endParaRPr>
          </a:p>
        </p:txBody>
      </p:sp>
      <p:sp>
        <p:nvSpPr>
          <p:cNvPr id="54" name="Text Box 11">
            <a:extLst>
              <a:ext uri="{FF2B5EF4-FFF2-40B4-BE49-F238E27FC236}">
                <a16:creationId xmlns:a16="http://schemas.microsoft.com/office/drawing/2014/main" id="{DD86C5A0-ABC0-4C5A-8F09-578C679A685C}"/>
              </a:ext>
            </a:extLst>
          </p:cNvPr>
          <p:cNvSpPr txBox="1">
            <a:spLocks noChangeArrowheads="1"/>
          </p:cNvSpPr>
          <p:nvPr/>
        </p:nvSpPr>
        <p:spPr bwMode="auto">
          <a:xfrm>
            <a:off x="12759086" y="7898004"/>
            <a:ext cx="19486471" cy="28045556"/>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lIns="843867" tIns="421935" rIns="843867" bIns="843867"/>
          <a:lstStyle>
            <a:defPPr>
              <a:defRPr lang="en-US"/>
            </a:defPPr>
            <a:lvl1pPr algn="just">
              <a:tabLst>
                <a:tab pos="508000" algn="l"/>
              </a:tabLst>
              <a:defRPr sz="5400">
                <a:solidFill>
                  <a:schemeClr val="accent6">
                    <a:lumMod val="75000"/>
                  </a:schemeClr>
                </a:solidFill>
                <a:latin typeface="Arial" panose="020B0604020202020204" pitchFamily="34" charset="0"/>
                <a:ea typeface="MS PGothic" panose="020B0600070205080204" pitchFamily="34" charset="-128"/>
                <a:cs typeface="Arial" panose="020B0604020202020204" pitchFamily="34" charset="0"/>
              </a:defRPr>
            </a:lvl1pPr>
            <a:lvl2pPr marL="742950" indent="-285750">
              <a:tabLst>
                <a:tab pos="508000" algn="l"/>
              </a:tabLst>
              <a:defRPr sz="2500">
                <a:latin typeface="Helvetica" panose="020B0604020202020204" pitchFamily="34" charset="0"/>
                <a:ea typeface="MS PGothic" panose="020B0600070205080204" pitchFamily="34" charset="-128"/>
              </a:defRPr>
            </a:lvl2pPr>
            <a:lvl3pPr marL="1143000" indent="-228600">
              <a:tabLst>
                <a:tab pos="508000" algn="l"/>
              </a:tabLst>
              <a:defRPr sz="2500">
                <a:latin typeface="Helvetica" panose="020B0604020202020204" pitchFamily="34" charset="0"/>
                <a:ea typeface="MS PGothic" panose="020B0600070205080204" pitchFamily="34" charset="-128"/>
              </a:defRPr>
            </a:lvl3pPr>
            <a:lvl4pPr marL="1600200" indent="-228600">
              <a:tabLst>
                <a:tab pos="508000" algn="l"/>
              </a:tabLst>
              <a:defRPr sz="2500">
                <a:latin typeface="Helvetica" panose="020B0604020202020204" pitchFamily="34" charset="0"/>
                <a:ea typeface="MS PGothic" panose="020B0600070205080204" pitchFamily="34" charset="-128"/>
              </a:defRPr>
            </a:lvl4pPr>
            <a:lvl5pPr marL="2057400" indent="-228600">
              <a:tabLst>
                <a:tab pos="508000" algn="l"/>
              </a:tabLst>
              <a:defRPr sz="2500">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tabLst>
                <a:tab pos="508000" algn="l"/>
              </a:tabLst>
              <a:defRPr sz="2500">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tabLst>
                <a:tab pos="508000" algn="l"/>
              </a:tabLst>
              <a:defRPr sz="2500">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tabLst>
                <a:tab pos="508000" algn="l"/>
              </a:tabLst>
              <a:defRPr sz="2500">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tabLst>
                <a:tab pos="508000" algn="l"/>
              </a:tabLst>
              <a:defRPr sz="2500">
                <a:latin typeface="Helvetica" panose="020B0604020202020204" pitchFamily="34" charset="0"/>
                <a:ea typeface="MS PGothic" panose="020B0600070205080204" pitchFamily="34" charset="-128"/>
              </a:defRPr>
            </a:lvl9pPr>
          </a:lstStyle>
          <a:p>
            <a:endParaRPr lang="en-US" sz="4400" b="1" dirty="0">
              <a:solidFill>
                <a:schemeClr val="tx1"/>
              </a:solidFill>
              <a:latin typeface="Helvetica" panose="020B0604020202020204" pitchFamily="34" charset="0"/>
              <a:cs typeface="+mn-cs"/>
            </a:endParaRPr>
          </a:p>
        </p:txBody>
      </p:sp>
      <p:sp>
        <p:nvSpPr>
          <p:cNvPr id="56" name="Text Box 11">
            <a:extLst>
              <a:ext uri="{FF2B5EF4-FFF2-40B4-BE49-F238E27FC236}">
                <a16:creationId xmlns:a16="http://schemas.microsoft.com/office/drawing/2014/main" id="{7DC30FE1-B3A0-4556-9556-9C6900207CC1}"/>
              </a:ext>
            </a:extLst>
          </p:cNvPr>
          <p:cNvSpPr txBox="1">
            <a:spLocks noChangeArrowheads="1"/>
          </p:cNvSpPr>
          <p:nvPr/>
        </p:nvSpPr>
        <p:spPr bwMode="auto">
          <a:xfrm>
            <a:off x="1" y="42259871"/>
            <a:ext cx="32342929" cy="1403262"/>
          </a:xfrm>
          <a:prstGeom prst="rect">
            <a:avLst/>
          </a:prstGeom>
          <a:solidFill>
            <a:schemeClr val="accent6">
              <a:lumMod val="75000"/>
            </a:schemeClr>
          </a:solidFill>
          <a:ln w="38100">
            <a:noFill/>
            <a:round/>
            <a:headEnd/>
            <a:tailEnd/>
          </a:ln>
        </p:spPr>
        <p:txBody>
          <a:bodyPr lIns="843867" tIns="421935" rIns="843867" bIns="843867"/>
          <a:lstStyle>
            <a:lvl1pPr>
              <a:tabLst>
                <a:tab pos="508000" algn="l"/>
              </a:tabLst>
              <a:defRPr sz="2500">
                <a:solidFill>
                  <a:schemeClr val="tx1"/>
                </a:solidFill>
                <a:latin typeface="Helvetica" panose="020B0604020202020204" pitchFamily="34" charset="0"/>
                <a:ea typeface="MS PGothic" panose="020B0600070205080204" pitchFamily="34" charset="-128"/>
              </a:defRPr>
            </a:lvl1pPr>
            <a:lvl2pPr marL="742950" indent="-285750">
              <a:tabLst>
                <a:tab pos="508000" algn="l"/>
              </a:tabLst>
              <a:defRPr sz="2500">
                <a:solidFill>
                  <a:schemeClr val="tx1"/>
                </a:solidFill>
                <a:latin typeface="Helvetica" panose="020B0604020202020204" pitchFamily="34" charset="0"/>
                <a:ea typeface="MS PGothic" panose="020B0600070205080204" pitchFamily="34" charset="-128"/>
              </a:defRPr>
            </a:lvl2pPr>
            <a:lvl3pPr marL="1143000" indent="-228600">
              <a:tabLst>
                <a:tab pos="508000" algn="l"/>
              </a:tabLst>
              <a:defRPr sz="2500">
                <a:solidFill>
                  <a:schemeClr val="tx1"/>
                </a:solidFill>
                <a:latin typeface="Helvetica" panose="020B0604020202020204" pitchFamily="34" charset="0"/>
                <a:ea typeface="MS PGothic" panose="020B0600070205080204" pitchFamily="34" charset="-128"/>
              </a:defRPr>
            </a:lvl3pPr>
            <a:lvl4pPr marL="1600200" indent="-228600">
              <a:tabLst>
                <a:tab pos="508000" algn="l"/>
              </a:tabLst>
              <a:defRPr sz="2500">
                <a:solidFill>
                  <a:schemeClr val="tx1"/>
                </a:solidFill>
                <a:latin typeface="Helvetica" panose="020B0604020202020204" pitchFamily="34" charset="0"/>
                <a:ea typeface="MS PGothic" panose="020B0600070205080204" pitchFamily="34" charset="-128"/>
              </a:defRPr>
            </a:lvl4pPr>
            <a:lvl5pPr marL="2057400" indent="-228600">
              <a:tabLst>
                <a:tab pos="508000" algn="l"/>
              </a:tabLst>
              <a:defRPr sz="25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tabLst>
                <a:tab pos="508000" algn="l"/>
              </a:tabLst>
              <a:defRPr sz="25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tabLst>
                <a:tab pos="508000" algn="l"/>
              </a:tabLst>
              <a:defRPr sz="25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tabLst>
                <a:tab pos="508000" algn="l"/>
              </a:tabLst>
              <a:defRPr sz="25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tabLst>
                <a:tab pos="508000" algn="l"/>
              </a:tabLst>
              <a:defRPr sz="2500">
                <a:solidFill>
                  <a:schemeClr val="tx1"/>
                </a:solidFill>
                <a:latin typeface="Helvetica" panose="020B0604020202020204" pitchFamily="34" charset="0"/>
                <a:ea typeface="MS PGothic" panose="020B0600070205080204" pitchFamily="34" charset="-128"/>
              </a:defRPr>
            </a:lvl9pPr>
          </a:lstStyle>
          <a:p>
            <a:pPr algn="r"/>
            <a:endParaRPr lang="en-US" sz="4800" b="1" dirty="0">
              <a:latin typeface="Sakkal Majalla" panose="02000000000000000000" pitchFamily="2" charset="-78"/>
              <a:cs typeface="Sakkal Majalla" panose="02000000000000000000" pitchFamily="2" charset="-78"/>
            </a:endParaRPr>
          </a:p>
        </p:txBody>
      </p:sp>
      <p:sp>
        <p:nvSpPr>
          <p:cNvPr id="57" name="Rectangle 56">
            <a:extLst>
              <a:ext uri="{FF2B5EF4-FFF2-40B4-BE49-F238E27FC236}">
                <a16:creationId xmlns:a16="http://schemas.microsoft.com/office/drawing/2014/main" id="{DD4CB397-7F9F-48F8-9B95-631B04CE2E2D}"/>
              </a:ext>
            </a:extLst>
          </p:cNvPr>
          <p:cNvSpPr/>
          <p:nvPr/>
        </p:nvSpPr>
        <p:spPr>
          <a:xfrm>
            <a:off x="0" y="0"/>
            <a:ext cx="32459853" cy="43844167"/>
          </a:xfrm>
          <a:prstGeom prst="rect">
            <a:avLst/>
          </a:prstGeom>
          <a:noFill/>
          <a:ln w="76200">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JO"/>
          </a:p>
        </p:txBody>
      </p:sp>
      <p:sp>
        <p:nvSpPr>
          <p:cNvPr id="60" name="Text Placeholder 4">
            <a:extLst>
              <a:ext uri="{FF2B5EF4-FFF2-40B4-BE49-F238E27FC236}">
                <a16:creationId xmlns:a16="http://schemas.microsoft.com/office/drawing/2014/main" id="{CBC827F9-AE30-465F-98FC-B3BE916195A9}"/>
              </a:ext>
            </a:extLst>
          </p:cNvPr>
          <p:cNvSpPr txBox="1">
            <a:spLocks/>
          </p:cNvSpPr>
          <p:nvPr/>
        </p:nvSpPr>
        <p:spPr>
          <a:xfrm>
            <a:off x="12745641" y="6909049"/>
            <a:ext cx="19385786" cy="937380"/>
          </a:xfrm>
          <a:prstGeom prst="round1Rect">
            <a:avLst/>
          </a:prstGeom>
          <a:solidFill>
            <a:schemeClr val="accent6">
              <a:lumMod val="20000"/>
              <a:lumOff val="80000"/>
            </a:schemeClr>
          </a:solidFill>
          <a:ln w="76200">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vert="horz" lIns="365716" tIns="219398" rIns="438792" bIns="219398" rtlCol="0" anchor="ctr">
            <a:noAutofit/>
          </a:bodyPr>
          <a:lstStyle>
            <a:defPPr>
              <a:defRPr lang="en-US"/>
            </a:defPPr>
            <a:lvl1pPr indent="0" defTabSz="4387935">
              <a:spcBef>
                <a:spcPts val="0"/>
              </a:spcBef>
              <a:buFont typeface="Arial" panose="020B0604020202020204" pitchFamily="34" charset="0"/>
              <a:buNone/>
              <a:defRPr sz="6000" cap="all" baseline="0">
                <a:solidFill>
                  <a:schemeClr val="bg1"/>
                </a:solidFill>
                <a:latin typeface="Arial Black" panose="020B0A04020102020204" pitchFamily="34" charset="0"/>
              </a:defRPr>
            </a:lvl1pPr>
            <a:lvl2pPr marL="0" indent="0" defTabSz="4387935">
              <a:spcBef>
                <a:spcPts val="0"/>
              </a:spcBef>
              <a:buFont typeface="Arial" panose="020B0604020202020204" pitchFamily="34" charset="0"/>
              <a:buNone/>
              <a:defRPr sz="6000" cap="all" baseline="0">
                <a:solidFill>
                  <a:schemeClr val="bg1"/>
                </a:solidFill>
                <a:latin typeface="+mj-lt"/>
              </a:defRPr>
            </a:lvl2pPr>
            <a:lvl3pPr marL="0" indent="0" defTabSz="4387935">
              <a:spcBef>
                <a:spcPts val="0"/>
              </a:spcBef>
              <a:buFont typeface="Arial" panose="020B0604020202020204" pitchFamily="34" charset="0"/>
              <a:buNone/>
              <a:defRPr sz="6000" cap="all" baseline="0">
                <a:solidFill>
                  <a:schemeClr val="bg1"/>
                </a:solidFill>
                <a:latin typeface="+mj-lt"/>
              </a:defRPr>
            </a:lvl3pPr>
            <a:lvl4pPr marL="0" indent="0" defTabSz="4387935">
              <a:spcBef>
                <a:spcPts val="0"/>
              </a:spcBef>
              <a:buFont typeface="Arial" panose="020B0604020202020204" pitchFamily="34" charset="0"/>
              <a:buNone/>
              <a:defRPr sz="6000" cap="all" baseline="0">
                <a:solidFill>
                  <a:schemeClr val="bg1"/>
                </a:solidFill>
                <a:latin typeface="+mj-lt"/>
              </a:defRPr>
            </a:lvl4pPr>
            <a:lvl5pPr marL="0" indent="0" defTabSz="4387935">
              <a:spcBef>
                <a:spcPts val="0"/>
              </a:spcBef>
              <a:buFont typeface="Arial" panose="020B0604020202020204" pitchFamily="34" charset="0"/>
              <a:buNone/>
              <a:defRPr sz="6000" cap="all" baseline="0">
                <a:solidFill>
                  <a:schemeClr val="bg1"/>
                </a:solidFill>
                <a:latin typeface="+mj-lt"/>
              </a:defRPr>
            </a:lvl5pPr>
            <a:lvl6pPr marL="0" indent="0" defTabSz="4387935">
              <a:spcBef>
                <a:spcPts val="0"/>
              </a:spcBef>
              <a:buFont typeface="Arial" panose="020B0604020202020204" pitchFamily="34" charset="0"/>
              <a:buNone/>
              <a:defRPr sz="6000" cap="all" baseline="0">
                <a:solidFill>
                  <a:schemeClr val="bg1"/>
                </a:solidFill>
                <a:latin typeface="+mj-lt"/>
              </a:defRPr>
            </a:lvl6pPr>
            <a:lvl7pPr marL="0" indent="0" defTabSz="4387935">
              <a:spcBef>
                <a:spcPts val="0"/>
              </a:spcBef>
              <a:buFont typeface="Arial" panose="020B0604020202020204" pitchFamily="34" charset="0"/>
              <a:buNone/>
              <a:defRPr sz="6000" cap="all" baseline="0">
                <a:solidFill>
                  <a:schemeClr val="bg1"/>
                </a:solidFill>
                <a:latin typeface="+mj-lt"/>
              </a:defRPr>
            </a:lvl7pPr>
            <a:lvl8pPr marL="0" indent="0" defTabSz="4387935">
              <a:spcBef>
                <a:spcPts val="0"/>
              </a:spcBef>
              <a:buFont typeface="Arial" panose="020B0604020202020204" pitchFamily="34" charset="0"/>
              <a:buNone/>
              <a:defRPr sz="6000" cap="all" baseline="0">
                <a:solidFill>
                  <a:schemeClr val="bg1"/>
                </a:solidFill>
                <a:latin typeface="+mj-lt"/>
              </a:defRPr>
            </a:lvl8pPr>
            <a:lvl9pPr marL="0" indent="0" defTabSz="4387935">
              <a:spcBef>
                <a:spcPts val="0"/>
              </a:spcBef>
              <a:buFont typeface="Arial" panose="020B0604020202020204" pitchFamily="34" charset="0"/>
              <a:buNone/>
              <a:defRPr sz="6000" cap="all" baseline="0">
                <a:solidFill>
                  <a:schemeClr val="bg1"/>
                </a:solidFill>
                <a:latin typeface="+mj-lt"/>
              </a:defRPr>
            </a:lvl9pPr>
          </a:lstStyle>
          <a:p>
            <a:pPr algn="ctr"/>
            <a:endParaRPr lang="ar-JO" b="1" dirty="0" smtClean="0">
              <a:solidFill>
                <a:schemeClr val="tx1"/>
              </a:solidFill>
            </a:endParaRPr>
          </a:p>
          <a:p>
            <a:pPr algn="ctr"/>
            <a:r>
              <a:rPr lang="en-US" b="1" dirty="0">
                <a:solidFill>
                  <a:schemeClr val="tx1"/>
                </a:solidFill>
              </a:rPr>
              <a:t>Results</a:t>
            </a:r>
          </a:p>
          <a:p>
            <a:pPr algn="ctr"/>
            <a:endParaRPr lang="en-US" dirty="0">
              <a:solidFill>
                <a:schemeClr val="tx1"/>
              </a:solidFill>
            </a:endParaRPr>
          </a:p>
        </p:txBody>
      </p:sp>
      <p:sp>
        <p:nvSpPr>
          <p:cNvPr id="61" name="Text Placeholder 4">
            <a:extLst>
              <a:ext uri="{FF2B5EF4-FFF2-40B4-BE49-F238E27FC236}">
                <a16:creationId xmlns:a16="http://schemas.microsoft.com/office/drawing/2014/main" id="{0925FED5-F493-4D1F-8AAE-D949B95AB495}"/>
              </a:ext>
            </a:extLst>
          </p:cNvPr>
          <p:cNvSpPr txBox="1">
            <a:spLocks/>
          </p:cNvSpPr>
          <p:nvPr/>
        </p:nvSpPr>
        <p:spPr>
          <a:xfrm>
            <a:off x="226319" y="19675634"/>
            <a:ext cx="12318471" cy="893909"/>
          </a:xfrm>
          <a:prstGeom prst="round1Rect">
            <a:avLst/>
          </a:prstGeom>
          <a:solidFill>
            <a:schemeClr val="accent6">
              <a:lumMod val="20000"/>
              <a:lumOff val="80000"/>
            </a:schemeClr>
          </a:solidFill>
          <a:ln w="76200">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vert="horz" lIns="365716" tIns="219398" rIns="438792" bIns="219398" rtlCol="0" anchor="ctr">
            <a:noAutofit/>
          </a:bodyPr>
          <a:lstStyle>
            <a:defPPr>
              <a:defRPr lang="en-US"/>
            </a:defPPr>
            <a:lvl1pPr indent="0" defTabSz="4387935">
              <a:spcBef>
                <a:spcPts val="0"/>
              </a:spcBef>
              <a:buFont typeface="Arial" panose="020B0604020202020204" pitchFamily="34" charset="0"/>
              <a:buNone/>
              <a:defRPr sz="6000" cap="all" baseline="0">
                <a:solidFill>
                  <a:schemeClr val="bg1"/>
                </a:solidFill>
                <a:latin typeface="Arial Black" panose="020B0A04020102020204" pitchFamily="34" charset="0"/>
              </a:defRPr>
            </a:lvl1pPr>
            <a:lvl2pPr marL="0" indent="0" defTabSz="4387935">
              <a:spcBef>
                <a:spcPts val="0"/>
              </a:spcBef>
              <a:buFont typeface="Arial" panose="020B0604020202020204" pitchFamily="34" charset="0"/>
              <a:buNone/>
              <a:defRPr sz="6000" cap="all" baseline="0">
                <a:solidFill>
                  <a:schemeClr val="bg1"/>
                </a:solidFill>
                <a:latin typeface="+mj-lt"/>
              </a:defRPr>
            </a:lvl2pPr>
            <a:lvl3pPr marL="0" indent="0" defTabSz="4387935">
              <a:spcBef>
                <a:spcPts val="0"/>
              </a:spcBef>
              <a:buFont typeface="Arial" panose="020B0604020202020204" pitchFamily="34" charset="0"/>
              <a:buNone/>
              <a:defRPr sz="6000" cap="all" baseline="0">
                <a:solidFill>
                  <a:schemeClr val="bg1"/>
                </a:solidFill>
                <a:latin typeface="+mj-lt"/>
              </a:defRPr>
            </a:lvl3pPr>
            <a:lvl4pPr marL="0" indent="0" defTabSz="4387935">
              <a:spcBef>
                <a:spcPts val="0"/>
              </a:spcBef>
              <a:buFont typeface="Arial" panose="020B0604020202020204" pitchFamily="34" charset="0"/>
              <a:buNone/>
              <a:defRPr sz="6000" cap="all" baseline="0">
                <a:solidFill>
                  <a:schemeClr val="bg1"/>
                </a:solidFill>
                <a:latin typeface="+mj-lt"/>
              </a:defRPr>
            </a:lvl4pPr>
            <a:lvl5pPr marL="0" indent="0" defTabSz="4387935">
              <a:spcBef>
                <a:spcPts val="0"/>
              </a:spcBef>
              <a:buFont typeface="Arial" panose="020B0604020202020204" pitchFamily="34" charset="0"/>
              <a:buNone/>
              <a:defRPr sz="6000" cap="all" baseline="0">
                <a:solidFill>
                  <a:schemeClr val="bg1"/>
                </a:solidFill>
                <a:latin typeface="+mj-lt"/>
              </a:defRPr>
            </a:lvl5pPr>
            <a:lvl6pPr marL="0" indent="0" defTabSz="4387935">
              <a:spcBef>
                <a:spcPts val="0"/>
              </a:spcBef>
              <a:buFont typeface="Arial" panose="020B0604020202020204" pitchFamily="34" charset="0"/>
              <a:buNone/>
              <a:defRPr sz="6000" cap="all" baseline="0">
                <a:solidFill>
                  <a:schemeClr val="bg1"/>
                </a:solidFill>
                <a:latin typeface="+mj-lt"/>
              </a:defRPr>
            </a:lvl6pPr>
            <a:lvl7pPr marL="0" indent="0" defTabSz="4387935">
              <a:spcBef>
                <a:spcPts val="0"/>
              </a:spcBef>
              <a:buFont typeface="Arial" panose="020B0604020202020204" pitchFamily="34" charset="0"/>
              <a:buNone/>
              <a:defRPr sz="6000" cap="all" baseline="0">
                <a:solidFill>
                  <a:schemeClr val="bg1"/>
                </a:solidFill>
                <a:latin typeface="+mj-lt"/>
              </a:defRPr>
            </a:lvl7pPr>
            <a:lvl8pPr marL="0" indent="0" defTabSz="4387935">
              <a:spcBef>
                <a:spcPts val="0"/>
              </a:spcBef>
              <a:buFont typeface="Arial" panose="020B0604020202020204" pitchFamily="34" charset="0"/>
              <a:buNone/>
              <a:defRPr sz="6000" cap="all" baseline="0">
                <a:solidFill>
                  <a:schemeClr val="bg1"/>
                </a:solidFill>
                <a:latin typeface="+mj-lt"/>
              </a:defRPr>
            </a:lvl8pPr>
            <a:lvl9pPr marL="0" indent="0" defTabSz="4387935">
              <a:spcBef>
                <a:spcPts val="0"/>
              </a:spcBef>
              <a:buFont typeface="Arial" panose="020B0604020202020204" pitchFamily="34" charset="0"/>
              <a:buNone/>
              <a:defRPr sz="6000" cap="all" baseline="0">
                <a:solidFill>
                  <a:schemeClr val="bg1"/>
                </a:solidFill>
                <a:latin typeface="+mj-lt"/>
              </a:defRPr>
            </a:lvl9pPr>
          </a:lstStyle>
          <a:p>
            <a:pPr algn="ctr"/>
            <a:endParaRPr lang="en-US" b="1" dirty="0" smtClean="0">
              <a:solidFill>
                <a:schemeClr val="tx1"/>
              </a:solidFill>
            </a:endParaRPr>
          </a:p>
          <a:p>
            <a:pPr algn="ctr"/>
            <a:r>
              <a:rPr lang="en-US" b="1" dirty="0" smtClean="0">
                <a:solidFill>
                  <a:schemeClr val="tx1"/>
                </a:solidFill>
              </a:rPr>
              <a:t>Design</a:t>
            </a:r>
            <a:endParaRPr lang="en-US" b="1" dirty="0">
              <a:solidFill>
                <a:schemeClr val="tx1"/>
              </a:solidFill>
            </a:endParaRPr>
          </a:p>
          <a:p>
            <a:pPr algn="ctr"/>
            <a:endParaRPr lang="en-US" dirty="0">
              <a:solidFill>
                <a:schemeClr val="tx1"/>
              </a:solidFill>
            </a:endParaRPr>
          </a:p>
        </p:txBody>
      </p:sp>
      <p:sp>
        <p:nvSpPr>
          <p:cNvPr id="63" name="Text Placeholder 4">
            <a:extLst>
              <a:ext uri="{FF2B5EF4-FFF2-40B4-BE49-F238E27FC236}">
                <a16:creationId xmlns:a16="http://schemas.microsoft.com/office/drawing/2014/main" id="{74F99F61-6F95-4D3D-A915-2DC52CA9B2FB}"/>
              </a:ext>
            </a:extLst>
          </p:cNvPr>
          <p:cNvSpPr txBox="1">
            <a:spLocks/>
          </p:cNvSpPr>
          <p:nvPr/>
        </p:nvSpPr>
        <p:spPr>
          <a:xfrm>
            <a:off x="16212283" y="36124594"/>
            <a:ext cx="15992075" cy="940484"/>
          </a:xfrm>
          <a:prstGeom prst="round1Rect">
            <a:avLst/>
          </a:prstGeom>
          <a:solidFill>
            <a:schemeClr val="accent6">
              <a:lumMod val="20000"/>
              <a:lumOff val="80000"/>
            </a:schemeClr>
          </a:solidFill>
          <a:ln w="76200">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vert="horz" lIns="365716" tIns="219398" rIns="438792" bIns="219398" rtlCol="0" anchor="ctr">
            <a:noAutofit/>
          </a:bodyPr>
          <a:lstStyle>
            <a:defPPr>
              <a:defRPr lang="en-US"/>
            </a:defPPr>
            <a:lvl1pPr indent="0" defTabSz="4387935">
              <a:spcBef>
                <a:spcPts val="0"/>
              </a:spcBef>
              <a:buFont typeface="Arial" panose="020B0604020202020204" pitchFamily="34" charset="0"/>
              <a:buNone/>
              <a:defRPr sz="6000" cap="all" baseline="0">
                <a:solidFill>
                  <a:schemeClr val="bg1"/>
                </a:solidFill>
                <a:latin typeface="Arial Black" panose="020B0A04020102020204" pitchFamily="34" charset="0"/>
              </a:defRPr>
            </a:lvl1pPr>
            <a:lvl2pPr marL="0" indent="0" defTabSz="4387935">
              <a:spcBef>
                <a:spcPts val="0"/>
              </a:spcBef>
              <a:buFont typeface="Arial" panose="020B0604020202020204" pitchFamily="34" charset="0"/>
              <a:buNone/>
              <a:defRPr sz="6000" cap="all" baseline="0">
                <a:solidFill>
                  <a:schemeClr val="bg1"/>
                </a:solidFill>
                <a:latin typeface="+mj-lt"/>
              </a:defRPr>
            </a:lvl2pPr>
            <a:lvl3pPr marL="0" indent="0" defTabSz="4387935">
              <a:spcBef>
                <a:spcPts val="0"/>
              </a:spcBef>
              <a:buFont typeface="Arial" panose="020B0604020202020204" pitchFamily="34" charset="0"/>
              <a:buNone/>
              <a:defRPr sz="6000" cap="all" baseline="0">
                <a:solidFill>
                  <a:schemeClr val="bg1"/>
                </a:solidFill>
                <a:latin typeface="+mj-lt"/>
              </a:defRPr>
            </a:lvl3pPr>
            <a:lvl4pPr marL="0" indent="0" defTabSz="4387935">
              <a:spcBef>
                <a:spcPts val="0"/>
              </a:spcBef>
              <a:buFont typeface="Arial" panose="020B0604020202020204" pitchFamily="34" charset="0"/>
              <a:buNone/>
              <a:defRPr sz="6000" cap="all" baseline="0">
                <a:solidFill>
                  <a:schemeClr val="bg1"/>
                </a:solidFill>
                <a:latin typeface="+mj-lt"/>
              </a:defRPr>
            </a:lvl4pPr>
            <a:lvl5pPr marL="0" indent="0" defTabSz="4387935">
              <a:spcBef>
                <a:spcPts val="0"/>
              </a:spcBef>
              <a:buFont typeface="Arial" panose="020B0604020202020204" pitchFamily="34" charset="0"/>
              <a:buNone/>
              <a:defRPr sz="6000" cap="all" baseline="0">
                <a:solidFill>
                  <a:schemeClr val="bg1"/>
                </a:solidFill>
                <a:latin typeface="+mj-lt"/>
              </a:defRPr>
            </a:lvl5pPr>
            <a:lvl6pPr marL="0" indent="0" defTabSz="4387935">
              <a:spcBef>
                <a:spcPts val="0"/>
              </a:spcBef>
              <a:buFont typeface="Arial" panose="020B0604020202020204" pitchFamily="34" charset="0"/>
              <a:buNone/>
              <a:defRPr sz="6000" cap="all" baseline="0">
                <a:solidFill>
                  <a:schemeClr val="bg1"/>
                </a:solidFill>
                <a:latin typeface="+mj-lt"/>
              </a:defRPr>
            </a:lvl6pPr>
            <a:lvl7pPr marL="0" indent="0" defTabSz="4387935">
              <a:spcBef>
                <a:spcPts val="0"/>
              </a:spcBef>
              <a:buFont typeface="Arial" panose="020B0604020202020204" pitchFamily="34" charset="0"/>
              <a:buNone/>
              <a:defRPr sz="6000" cap="all" baseline="0">
                <a:solidFill>
                  <a:schemeClr val="bg1"/>
                </a:solidFill>
                <a:latin typeface="+mj-lt"/>
              </a:defRPr>
            </a:lvl7pPr>
            <a:lvl8pPr marL="0" indent="0" defTabSz="4387935">
              <a:spcBef>
                <a:spcPts val="0"/>
              </a:spcBef>
              <a:buFont typeface="Arial" panose="020B0604020202020204" pitchFamily="34" charset="0"/>
              <a:buNone/>
              <a:defRPr sz="6000" cap="all" baseline="0">
                <a:solidFill>
                  <a:schemeClr val="bg1"/>
                </a:solidFill>
                <a:latin typeface="+mj-lt"/>
              </a:defRPr>
            </a:lvl8pPr>
            <a:lvl9pPr marL="0" indent="0" defTabSz="4387935">
              <a:spcBef>
                <a:spcPts val="0"/>
              </a:spcBef>
              <a:buFont typeface="Arial" panose="020B0604020202020204" pitchFamily="34" charset="0"/>
              <a:buNone/>
              <a:defRPr sz="6000" cap="all" baseline="0">
                <a:solidFill>
                  <a:schemeClr val="bg1"/>
                </a:solidFill>
                <a:latin typeface="+mj-lt"/>
              </a:defRPr>
            </a:lvl9pPr>
          </a:lstStyle>
          <a:p>
            <a:pPr algn="ctr"/>
            <a:r>
              <a:rPr lang="en-US" sz="4800" dirty="0">
                <a:solidFill>
                  <a:schemeClr val="tx1"/>
                </a:solidFill>
              </a:rPr>
              <a:t>CONCLUSIONS</a:t>
            </a:r>
          </a:p>
        </p:txBody>
      </p:sp>
      <p:pic>
        <p:nvPicPr>
          <p:cNvPr id="64"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2707" t="3527" r="6699" b="4586"/>
          <a:stretch/>
        </p:blipFill>
        <p:spPr bwMode="auto">
          <a:xfrm>
            <a:off x="26721894" y="460224"/>
            <a:ext cx="5339367" cy="5953087"/>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8" name="Text Placeholder 4">
            <a:extLst>
              <a:ext uri="{FF2B5EF4-FFF2-40B4-BE49-F238E27FC236}">
                <a16:creationId xmlns:a16="http://schemas.microsoft.com/office/drawing/2014/main" id="{CBC827F9-AE30-465F-98FC-B3BE916195A9}"/>
              </a:ext>
            </a:extLst>
          </p:cNvPr>
          <p:cNvSpPr txBox="1">
            <a:spLocks/>
          </p:cNvSpPr>
          <p:nvPr/>
        </p:nvSpPr>
        <p:spPr>
          <a:xfrm>
            <a:off x="186843" y="6757301"/>
            <a:ext cx="12234958" cy="717919"/>
          </a:xfrm>
          <a:prstGeom prst="round1Rect">
            <a:avLst/>
          </a:prstGeom>
          <a:solidFill>
            <a:schemeClr val="accent6">
              <a:lumMod val="20000"/>
              <a:lumOff val="80000"/>
            </a:schemeClr>
          </a:solidFill>
          <a:ln w="76200">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vert="horz" lIns="365716" tIns="219398" rIns="438792" bIns="219398" rtlCol="0" anchor="ctr">
            <a:noAutofit/>
          </a:bodyPr>
          <a:lstStyle>
            <a:defPPr>
              <a:defRPr lang="en-US"/>
            </a:defPPr>
            <a:lvl1pPr indent="0" defTabSz="4387935">
              <a:spcBef>
                <a:spcPts val="0"/>
              </a:spcBef>
              <a:buFont typeface="Arial" panose="020B0604020202020204" pitchFamily="34" charset="0"/>
              <a:buNone/>
              <a:defRPr sz="6000" cap="all" baseline="0">
                <a:solidFill>
                  <a:schemeClr val="bg1"/>
                </a:solidFill>
                <a:latin typeface="Arial Black" panose="020B0A04020102020204" pitchFamily="34" charset="0"/>
              </a:defRPr>
            </a:lvl1pPr>
            <a:lvl2pPr marL="0" indent="0" defTabSz="4387935">
              <a:spcBef>
                <a:spcPts val="0"/>
              </a:spcBef>
              <a:buFont typeface="Arial" panose="020B0604020202020204" pitchFamily="34" charset="0"/>
              <a:buNone/>
              <a:defRPr sz="6000" cap="all" baseline="0">
                <a:solidFill>
                  <a:schemeClr val="bg1"/>
                </a:solidFill>
                <a:latin typeface="+mj-lt"/>
              </a:defRPr>
            </a:lvl2pPr>
            <a:lvl3pPr marL="0" indent="0" defTabSz="4387935">
              <a:spcBef>
                <a:spcPts val="0"/>
              </a:spcBef>
              <a:buFont typeface="Arial" panose="020B0604020202020204" pitchFamily="34" charset="0"/>
              <a:buNone/>
              <a:defRPr sz="6000" cap="all" baseline="0">
                <a:solidFill>
                  <a:schemeClr val="bg1"/>
                </a:solidFill>
                <a:latin typeface="+mj-lt"/>
              </a:defRPr>
            </a:lvl3pPr>
            <a:lvl4pPr marL="0" indent="0" defTabSz="4387935">
              <a:spcBef>
                <a:spcPts val="0"/>
              </a:spcBef>
              <a:buFont typeface="Arial" panose="020B0604020202020204" pitchFamily="34" charset="0"/>
              <a:buNone/>
              <a:defRPr sz="6000" cap="all" baseline="0">
                <a:solidFill>
                  <a:schemeClr val="bg1"/>
                </a:solidFill>
                <a:latin typeface="+mj-lt"/>
              </a:defRPr>
            </a:lvl4pPr>
            <a:lvl5pPr marL="0" indent="0" defTabSz="4387935">
              <a:spcBef>
                <a:spcPts val="0"/>
              </a:spcBef>
              <a:buFont typeface="Arial" panose="020B0604020202020204" pitchFamily="34" charset="0"/>
              <a:buNone/>
              <a:defRPr sz="6000" cap="all" baseline="0">
                <a:solidFill>
                  <a:schemeClr val="bg1"/>
                </a:solidFill>
                <a:latin typeface="+mj-lt"/>
              </a:defRPr>
            </a:lvl5pPr>
            <a:lvl6pPr marL="0" indent="0" defTabSz="4387935">
              <a:spcBef>
                <a:spcPts val="0"/>
              </a:spcBef>
              <a:buFont typeface="Arial" panose="020B0604020202020204" pitchFamily="34" charset="0"/>
              <a:buNone/>
              <a:defRPr sz="6000" cap="all" baseline="0">
                <a:solidFill>
                  <a:schemeClr val="bg1"/>
                </a:solidFill>
                <a:latin typeface="+mj-lt"/>
              </a:defRPr>
            </a:lvl6pPr>
            <a:lvl7pPr marL="0" indent="0" defTabSz="4387935">
              <a:spcBef>
                <a:spcPts val="0"/>
              </a:spcBef>
              <a:buFont typeface="Arial" panose="020B0604020202020204" pitchFamily="34" charset="0"/>
              <a:buNone/>
              <a:defRPr sz="6000" cap="all" baseline="0">
                <a:solidFill>
                  <a:schemeClr val="bg1"/>
                </a:solidFill>
                <a:latin typeface="+mj-lt"/>
              </a:defRPr>
            </a:lvl7pPr>
            <a:lvl8pPr marL="0" indent="0" defTabSz="4387935">
              <a:spcBef>
                <a:spcPts val="0"/>
              </a:spcBef>
              <a:buFont typeface="Arial" panose="020B0604020202020204" pitchFamily="34" charset="0"/>
              <a:buNone/>
              <a:defRPr sz="6000" cap="all" baseline="0">
                <a:solidFill>
                  <a:schemeClr val="bg1"/>
                </a:solidFill>
                <a:latin typeface="+mj-lt"/>
              </a:defRPr>
            </a:lvl8pPr>
            <a:lvl9pPr marL="0" indent="0" defTabSz="4387935">
              <a:spcBef>
                <a:spcPts val="0"/>
              </a:spcBef>
              <a:buFont typeface="Arial" panose="020B0604020202020204" pitchFamily="34" charset="0"/>
              <a:buNone/>
              <a:defRPr sz="6000" cap="all" baseline="0">
                <a:solidFill>
                  <a:schemeClr val="bg1"/>
                </a:solidFill>
                <a:latin typeface="+mj-lt"/>
              </a:defRPr>
            </a:lvl9pPr>
          </a:lstStyle>
          <a:p>
            <a:pPr algn="ctr"/>
            <a:r>
              <a:rPr lang="en-US" sz="5400" dirty="0">
                <a:solidFill>
                  <a:schemeClr val="tx1"/>
                </a:solidFill>
              </a:rPr>
              <a:t>Project Description</a:t>
            </a:r>
          </a:p>
        </p:txBody>
      </p:sp>
      <p:sp>
        <p:nvSpPr>
          <p:cNvPr id="41" name="TextBox 40"/>
          <p:cNvSpPr txBox="1"/>
          <p:nvPr/>
        </p:nvSpPr>
        <p:spPr>
          <a:xfrm>
            <a:off x="10915613" y="6889644"/>
            <a:ext cx="2786082" cy="1415772"/>
          </a:xfrm>
          <a:prstGeom prst="rect">
            <a:avLst/>
          </a:prstGeom>
          <a:noFill/>
        </p:spPr>
        <p:txBody>
          <a:bodyPr wrap="square" rtlCol="1">
            <a:spAutoFit/>
          </a:bodyPr>
          <a:lstStyle/>
          <a:p>
            <a:endParaRPr lang="ar-JO" dirty="0"/>
          </a:p>
        </p:txBody>
      </p:sp>
      <p:sp>
        <p:nvSpPr>
          <p:cNvPr id="42" name="Title 3">
            <a:extLst>
              <a:ext uri="{FF2B5EF4-FFF2-40B4-BE49-F238E27FC236}">
                <a16:creationId xmlns:a16="http://schemas.microsoft.com/office/drawing/2014/main" id="{0B758C65-CB8D-4F81-B4BC-8E49CC86EE6F}"/>
              </a:ext>
            </a:extLst>
          </p:cNvPr>
          <p:cNvSpPr txBox="1">
            <a:spLocks/>
          </p:cNvSpPr>
          <p:nvPr/>
        </p:nvSpPr>
        <p:spPr bwMode="auto">
          <a:xfrm>
            <a:off x="6264921" y="2765829"/>
            <a:ext cx="20449779" cy="3738768"/>
          </a:xfrm>
          <a:prstGeom prst="rect">
            <a:avLst/>
          </a:prstGeom>
          <a:solidFill>
            <a:schemeClr val="accent6">
              <a:lumMod val="20000"/>
              <a:lumOff val="80000"/>
            </a:schemeClr>
          </a:solidFill>
          <a:ln>
            <a:noFill/>
          </a:ln>
        </p:spPr>
        <p:txBody>
          <a:bodyPr vert="horz" lIns="91428" tIns="45714" rIns="91428" bIns="45714" rtlCol="0" anchor="b">
            <a:noAutofit/>
          </a:bodyPr>
          <a:lstStyle>
            <a:lvl1pPr algn="l" defTabSz="3134710" rtl="0" eaLnBrk="1" latinLnBrk="0" hangingPunct="1">
              <a:lnSpc>
                <a:spcPct val="90000"/>
              </a:lnSpc>
              <a:spcBef>
                <a:spcPct val="0"/>
              </a:spcBef>
              <a:buNone/>
              <a:defRPr sz="6300" b="1" kern="1200">
                <a:solidFill>
                  <a:schemeClr val="bg1"/>
                </a:solidFill>
                <a:latin typeface="+mj-lt"/>
                <a:ea typeface="+mj-ea"/>
                <a:cs typeface="+mj-cs"/>
              </a:defRPr>
            </a:lvl1pPr>
          </a:lstStyle>
          <a:p>
            <a:pPr algn="ctr"/>
            <a:r>
              <a:rPr lang="en-US" sz="4400" b="0" dirty="0">
                <a:solidFill>
                  <a:schemeClr val="tx1"/>
                </a:solidFill>
                <a:latin typeface="Arial Black" panose="020B0A04020102020204" pitchFamily="34" charset="0"/>
              </a:rPr>
              <a:t>	</a:t>
            </a:r>
          </a:p>
          <a:p>
            <a:pPr algn="ctr"/>
            <a:endParaRPr lang="en-US" sz="4400" b="0" dirty="0">
              <a:solidFill>
                <a:schemeClr val="tx1"/>
              </a:solidFill>
              <a:latin typeface="Arial Black" panose="020B0A04020102020204" pitchFamily="34" charset="0"/>
            </a:endParaRPr>
          </a:p>
          <a:p>
            <a:pPr algn="ctr"/>
            <a:endParaRPr lang="en-US" sz="4400" b="0" dirty="0">
              <a:solidFill>
                <a:schemeClr val="tx1"/>
              </a:solidFill>
              <a:latin typeface="Arial Black" panose="020B0A04020102020204" pitchFamily="34" charset="0"/>
            </a:endParaRPr>
          </a:p>
          <a:p>
            <a:pPr algn="ctr"/>
            <a:endParaRPr lang="en-US" sz="2800" dirty="0">
              <a:solidFill>
                <a:schemeClr val="tx1"/>
              </a:solidFill>
              <a:latin typeface="Arial Black" panose="020B0A04020102020204" pitchFamily="34" charset="0"/>
            </a:endParaRPr>
          </a:p>
          <a:p>
            <a:pPr algn="ctr"/>
            <a:endParaRPr lang="en-US" sz="2800" b="0" dirty="0" smtClean="0">
              <a:solidFill>
                <a:schemeClr val="tx1"/>
              </a:solidFill>
              <a:latin typeface="Arial Black" panose="020B0A04020102020204" pitchFamily="34" charset="0"/>
            </a:endParaRPr>
          </a:p>
          <a:p>
            <a:pPr algn="ctr"/>
            <a:endParaRPr lang="en-US" sz="2800" b="0" dirty="0" smtClean="0">
              <a:solidFill>
                <a:schemeClr val="tx1"/>
              </a:solidFill>
              <a:latin typeface="Arial Black" panose="020B0A04020102020204" pitchFamily="34" charset="0"/>
            </a:endParaRPr>
          </a:p>
          <a:p>
            <a:pPr algn="ctr"/>
            <a:endParaRPr lang="en-US" sz="2800" b="0" dirty="0">
              <a:solidFill>
                <a:schemeClr val="tx1"/>
              </a:solidFill>
              <a:latin typeface="Arial Black" panose="020B0A04020102020204" pitchFamily="34" charset="0"/>
            </a:endParaRPr>
          </a:p>
          <a:p>
            <a:pPr algn="ctr"/>
            <a:r>
              <a:rPr lang="en-US" sz="3200" b="0" dirty="0" smtClean="0">
                <a:solidFill>
                  <a:schemeClr val="tx1"/>
                </a:solidFill>
                <a:latin typeface="Arial Black" panose="020B0A04020102020204" pitchFamily="34" charset="0"/>
              </a:rPr>
              <a:t>Students:  </a:t>
            </a:r>
            <a:r>
              <a:rPr lang="en-US" sz="3200" dirty="0" err="1">
                <a:solidFill>
                  <a:schemeClr val="tx1"/>
                </a:solidFill>
                <a:latin typeface="Bell MT" panose="02020503060305020303" pitchFamily="18" charset="0"/>
              </a:rPr>
              <a:t>Sora</a:t>
            </a:r>
            <a:r>
              <a:rPr lang="en-US" sz="3200" dirty="0">
                <a:solidFill>
                  <a:schemeClr val="tx1"/>
                </a:solidFill>
                <a:latin typeface="Bell MT" panose="02020503060305020303" pitchFamily="18" charset="0"/>
              </a:rPr>
              <a:t> Ali </a:t>
            </a:r>
            <a:r>
              <a:rPr lang="en-US" sz="3200" dirty="0" err="1">
                <a:solidFill>
                  <a:schemeClr val="tx1"/>
                </a:solidFill>
                <a:latin typeface="Bell MT" panose="02020503060305020303" pitchFamily="18" charset="0"/>
              </a:rPr>
              <a:t>Mahasneh</a:t>
            </a:r>
            <a:r>
              <a:rPr lang="en-US" sz="3200" dirty="0">
                <a:solidFill>
                  <a:schemeClr val="tx1"/>
                </a:solidFill>
                <a:latin typeface="Bell MT" panose="02020503060305020303" pitchFamily="18" charset="0"/>
              </a:rPr>
              <a:t>  , Tamara </a:t>
            </a:r>
            <a:r>
              <a:rPr lang="en-US" sz="3200" dirty="0" err="1">
                <a:solidFill>
                  <a:schemeClr val="tx1"/>
                </a:solidFill>
                <a:latin typeface="Bell MT" panose="02020503060305020303" pitchFamily="18" charset="0"/>
              </a:rPr>
              <a:t>muafaq</a:t>
            </a:r>
            <a:r>
              <a:rPr lang="en-US" sz="3200" dirty="0">
                <a:solidFill>
                  <a:schemeClr val="tx1"/>
                </a:solidFill>
                <a:latin typeface="Bell MT" panose="02020503060305020303" pitchFamily="18" charset="0"/>
              </a:rPr>
              <a:t> </a:t>
            </a:r>
            <a:r>
              <a:rPr lang="en-US" sz="3200" dirty="0" err="1">
                <a:solidFill>
                  <a:schemeClr val="tx1"/>
                </a:solidFill>
                <a:latin typeface="Bell MT" panose="02020503060305020303" pitchFamily="18" charset="0"/>
              </a:rPr>
              <a:t>Malkawi</a:t>
            </a:r>
            <a:r>
              <a:rPr lang="en-US" sz="3200" dirty="0">
                <a:solidFill>
                  <a:schemeClr val="tx1"/>
                </a:solidFill>
                <a:latin typeface="Bell MT" panose="02020503060305020303" pitchFamily="18" charset="0"/>
              </a:rPr>
              <a:t>, </a:t>
            </a:r>
            <a:r>
              <a:rPr lang="en-US" sz="3200" dirty="0" err="1">
                <a:solidFill>
                  <a:schemeClr val="tx1"/>
                </a:solidFill>
                <a:latin typeface="Bell MT" panose="02020503060305020303" pitchFamily="18" charset="0"/>
              </a:rPr>
              <a:t>Amal</a:t>
            </a:r>
            <a:r>
              <a:rPr lang="en-US" sz="3200" dirty="0">
                <a:solidFill>
                  <a:schemeClr val="tx1"/>
                </a:solidFill>
                <a:latin typeface="Bell MT" panose="02020503060305020303" pitchFamily="18" charset="0"/>
              </a:rPr>
              <a:t> </a:t>
            </a:r>
            <a:r>
              <a:rPr lang="en-US" sz="3200" dirty="0" err="1">
                <a:solidFill>
                  <a:schemeClr val="tx1"/>
                </a:solidFill>
                <a:latin typeface="Bell MT" panose="02020503060305020303" pitchFamily="18" charset="0"/>
              </a:rPr>
              <a:t>ayman</a:t>
            </a:r>
            <a:r>
              <a:rPr lang="en-US" sz="3200" dirty="0">
                <a:solidFill>
                  <a:schemeClr val="tx1"/>
                </a:solidFill>
                <a:latin typeface="Bell MT" panose="02020503060305020303" pitchFamily="18" charset="0"/>
              </a:rPr>
              <a:t> </a:t>
            </a:r>
            <a:r>
              <a:rPr lang="en-US" sz="3200" dirty="0" err="1">
                <a:solidFill>
                  <a:schemeClr val="tx1"/>
                </a:solidFill>
                <a:latin typeface="Bell MT" panose="02020503060305020303" pitchFamily="18" charset="0"/>
              </a:rPr>
              <a:t>Alawadi</a:t>
            </a:r>
            <a:r>
              <a:rPr lang="en-US" sz="3200" dirty="0">
                <a:solidFill>
                  <a:schemeClr val="tx1"/>
                </a:solidFill>
                <a:latin typeface="Bell MT" panose="02020503060305020303" pitchFamily="18" charset="0"/>
              </a:rPr>
              <a:t> , </a:t>
            </a:r>
            <a:r>
              <a:rPr lang="en-US" sz="3200" dirty="0" err="1">
                <a:solidFill>
                  <a:schemeClr val="tx1"/>
                </a:solidFill>
                <a:latin typeface="Bell MT" panose="02020503060305020303" pitchFamily="18" charset="0"/>
              </a:rPr>
              <a:t>Deema</a:t>
            </a:r>
            <a:r>
              <a:rPr lang="en-US" sz="3200" dirty="0">
                <a:solidFill>
                  <a:schemeClr val="tx1"/>
                </a:solidFill>
                <a:latin typeface="Bell MT" panose="02020503060305020303" pitchFamily="18" charset="0"/>
              </a:rPr>
              <a:t> </a:t>
            </a:r>
            <a:r>
              <a:rPr lang="en-US" sz="3200" dirty="0" err="1">
                <a:solidFill>
                  <a:schemeClr val="tx1"/>
                </a:solidFill>
                <a:latin typeface="Bell MT" panose="02020503060305020303" pitchFamily="18" charset="0"/>
              </a:rPr>
              <a:t>Atef</a:t>
            </a:r>
            <a:r>
              <a:rPr lang="en-US" sz="3200" dirty="0">
                <a:solidFill>
                  <a:schemeClr val="tx1"/>
                </a:solidFill>
                <a:latin typeface="Bell MT" panose="02020503060305020303" pitchFamily="18" charset="0"/>
              </a:rPr>
              <a:t> </a:t>
            </a:r>
            <a:r>
              <a:rPr lang="en-US" sz="3200" dirty="0" err="1">
                <a:solidFill>
                  <a:schemeClr val="tx1"/>
                </a:solidFill>
                <a:latin typeface="Bell MT" panose="02020503060305020303" pitchFamily="18" charset="0"/>
              </a:rPr>
              <a:t>Bani</a:t>
            </a:r>
            <a:r>
              <a:rPr lang="en-US" sz="3200" dirty="0">
                <a:solidFill>
                  <a:schemeClr val="tx1"/>
                </a:solidFill>
                <a:latin typeface="Bell MT" panose="02020503060305020303" pitchFamily="18" charset="0"/>
              </a:rPr>
              <a:t> Khalid </a:t>
            </a:r>
          </a:p>
          <a:p>
            <a:pPr algn="ctr"/>
            <a:endParaRPr lang="en-US" sz="4400" b="0" dirty="0" smtClean="0">
              <a:solidFill>
                <a:schemeClr val="tx1"/>
              </a:solidFill>
              <a:latin typeface="Arial Black" panose="020B0A04020102020204" pitchFamily="34" charset="0"/>
            </a:endParaRPr>
          </a:p>
          <a:p>
            <a:pPr algn="ctr"/>
            <a:r>
              <a:rPr lang="en-US" sz="2800" b="0" dirty="0" smtClean="0">
                <a:solidFill>
                  <a:schemeClr val="tx1"/>
                </a:solidFill>
                <a:latin typeface="Arial Black" panose="020B0A04020102020204" pitchFamily="34" charset="0"/>
              </a:rPr>
              <a:t>Supervisor:</a:t>
            </a:r>
            <a:r>
              <a:rPr lang="en-US" sz="2800" dirty="0">
                <a:solidFill>
                  <a:schemeClr val="tx1"/>
                </a:solidFill>
                <a:latin typeface="Arial Black" panose="020B0A04020102020204" pitchFamily="34" charset="0"/>
              </a:rPr>
              <a:t> </a:t>
            </a:r>
            <a:r>
              <a:rPr lang="en-US" sz="2800" dirty="0" smtClean="0">
                <a:solidFill>
                  <a:schemeClr val="tx1"/>
                </a:solidFill>
                <a:latin typeface="Arial Black" panose="020B0A04020102020204" pitchFamily="34" charset="0"/>
              </a:rPr>
              <a:t>DR </a:t>
            </a:r>
            <a:r>
              <a:rPr lang="en-US" sz="2800" dirty="0" err="1">
                <a:solidFill>
                  <a:schemeClr val="tx1"/>
                </a:solidFill>
                <a:latin typeface="Arial Black" panose="020B0A04020102020204" pitchFamily="34" charset="0"/>
              </a:rPr>
              <a:t>Shefaa</a:t>
            </a:r>
            <a:r>
              <a:rPr lang="en-US" sz="2800" dirty="0">
                <a:solidFill>
                  <a:schemeClr val="tx1"/>
                </a:solidFill>
                <a:latin typeface="Arial Black" panose="020B0A04020102020204" pitchFamily="34" charset="0"/>
              </a:rPr>
              <a:t> </a:t>
            </a:r>
            <a:r>
              <a:rPr lang="en-US" sz="2800" dirty="0" err="1">
                <a:solidFill>
                  <a:schemeClr val="tx1"/>
                </a:solidFill>
                <a:latin typeface="Arial Black" panose="020B0A04020102020204" pitchFamily="34" charset="0"/>
              </a:rPr>
              <a:t>Tawalbeh</a:t>
            </a:r>
            <a:endParaRPr lang="en-US" sz="2800" dirty="0">
              <a:solidFill>
                <a:schemeClr val="tx1"/>
              </a:solidFill>
              <a:latin typeface="Arial Black" panose="020B0A04020102020204" pitchFamily="34" charset="0"/>
            </a:endParaRPr>
          </a:p>
          <a:p>
            <a:pPr algn="ctr"/>
            <a:endParaRPr lang="en-US" sz="2800" b="0" dirty="0">
              <a:solidFill>
                <a:schemeClr val="tx1"/>
              </a:solidFill>
              <a:latin typeface="Arial Black" panose="020B0A04020102020204" pitchFamily="34" charset="0"/>
            </a:endParaRPr>
          </a:p>
          <a:p>
            <a:pPr algn="ctr"/>
            <a:r>
              <a:rPr lang="en-US" sz="2800" dirty="0">
                <a:solidFill>
                  <a:schemeClr val="tx1"/>
                </a:solidFill>
                <a:latin typeface="Arial Black" panose="020B0A04020102020204" pitchFamily="34" charset="0"/>
              </a:rPr>
              <a:t>Yarmouk University</a:t>
            </a:r>
          </a:p>
          <a:p>
            <a:pPr algn="ctr"/>
            <a:r>
              <a:rPr lang="en-US" sz="2800" dirty="0" err="1">
                <a:solidFill>
                  <a:schemeClr val="tx1"/>
                </a:solidFill>
                <a:latin typeface="Arial Black" panose="020B0A04020102020204" pitchFamily="34" charset="0"/>
              </a:rPr>
              <a:t>Hijjawi</a:t>
            </a:r>
            <a:r>
              <a:rPr lang="en-US" sz="2800" dirty="0">
                <a:solidFill>
                  <a:schemeClr val="tx1"/>
                </a:solidFill>
                <a:latin typeface="Arial Black" panose="020B0A04020102020204" pitchFamily="34" charset="0"/>
              </a:rPr>
              <a:t> Faculty for Engineering Technology</a:t>
            </a:r>
          </a:p>
          <a:p>
            <a:pPr algn="ctr"/>
            <a:r>
              <a:rPr lang="en-US" sz="2800" dirty="0">
                <a:solidFill>
                  <a:schemeClr val="tx1"/>
                </a:solidFill>
                <a:latin typeface="Arial Black" panose="020B0A04020102020204" pitchFamily="34" charset="0"/>
              </a:rPr>
              <a:t>Department of &lt;Biomedical Systems and Informatics&gt; Engineering</a:t>
            </a:r>
          </a:p>
          <a:p>
            <a:pPr algn="ctr"/>
            <a:r>
              <a:rPr lang="en-US" sz="2800" dirty="0">
                <a:solidFill>
                  <a:schemeClr val="tx1"/>
                </a:solidFill>
                <a:effectLst>
                  <a:outerShdw blurRad="38100" dist="38100" dir="2700000" algn="tl">
                    <a:srgbClr val="000000">
                      <a:alpha val="43137"/>
                    </a:srgbClr>
                  </a:outerShdw>
                </a:effectLst>
                <a:latin typeface="Arial Black" panose="020B0A04020102020204" pitchFamily="34" charset="0"/>
              </a:rPr>
              <a:t>Graduation Projects – Second Season 2025</a:t>
            </a:r>
          </a:p>
          <a:p>
            <a:pPr algn="ctr"/>
            <a:endParaRPr lang="en-US" sz="2800" dirty="0">
              <a:solidFill>
                <a:schemeClr val="tx1"/>
              </a:solidFill>
              <a:latin typeface="Arial Black" panose="020B0A04020102020204" pitchFamily="34" charset="0"/>
            </a:endParaRPr>
          </a:p>
        </p:txBody>
      </p:sp>
      <p:sp>
        <p:nvSpPr>
          <p:cNvPr id="33" name="Text Box 11">
            <a:extLst>
              <a:ext uri="{FF2B5EF4-FFF2-40B4-BE49-F238E27FC236}">
                <a16:creationId xmlns:a16="http://schemas.microsoft.com/office/drawing/2014/main" id="{CB3EC943-4C60-1504-2243-8E965BAB10A8}"/>
              </a:ext>
            </a:extLst>
          </p:cNvPr>
          <p:cNvSpPr txBox="1">
            <a:spLocks noChangeArrowheads="1"/>
          </p:cNvSpPr>
          <p:nvPr/>
        </p:nvSpPr>
        <p:spPr bwMode="auto">
          <a:xfrm>
            <a:off x="226319" y="37148679"/>
            <a:ext cx="15399642" cy="5017762"/>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lIns="843867" tIns="421935" rIns="843867" bIns="843867"/>
          <a:lstStyle>
            <a:lvl1pPr>
              <a:tabLst>
                <a:tab pos="508000" algn="l"/>
              </a:tabLst>
              <a:defRPr sz="2500">
                <a:solidFill>
                  <a:schemeClr val="tx1"/>
                </a:solidFill>
                <a:latin typeface="Helvetica" panose="020B0604020202020204" pitchFamily="34" charset="0"/>
                <a:ea typeface="MS PGothic" panose="020B0600070205080204" pitchFamily="34" charset="-128"/>
              </a:defRPr>
            </a:lvl1pPr>
            <a:lvl2pPr marL="742950" indent="-285750">
              <a:tabLst>
                <a:tab pos="508000" algn="l"/>
              </a:tabLst>
              <a:defRPr sz="2500">
                <a:solidFill>
                  <a:schemeClr val="tx1"/>
                </a:solidFill>
                <a:latin typeface="Helvetica" panose="020B0604020202020204" pitchFamily="34" charset="0"/>
                <a:ea typeface="MS PGothic" panose="020B0600070205080204" pitchFamily="34" charset="-128"/>
              </a:defRPr>
            </a:lvl2pPr>
            <a:lvl3pPr marL="1143000" indent="-228600">
              <a:tabLst>
                <a:tab pos="508000" algn="l"/>
              </a:tabLst>
              <a:defRPr sz="2500">
                <a:solidFill>
                  <a:schemeClr val="tx1"/>
                </a:solidFill>
                <a:latin typeface="Helvetica" panose="020B0604020202020204" pitchFamily="34" charset="0"/>
                <a:ea typeface="MS PGothic" panose="020B0600070205080204" pitchFamily="34" charset="-128"/>
              </a:defRPr>
            </a:lvl3pPr>
            <a:lvl4pPr marL="1600200" indent="-228600">
              <a:tabLst>
                <a:tab pos="508000" algn="l"/>
              </a:tabLst>
              <a:defRPr sz="2500">
                <a:solidFill>
                  <a:schemeClr val="tx1"/>
                </a:solidFill>
                <a:latin typeface="Helvetica" panose="020B0604020202020204" pitchFamily="34" charset="0"/>
                <a:ea typeface="MS PGothic" panose="020B0600070205080204" pitchFamily="34" charset="-128"/>
              </a:defRPr>
            </a:lvl4pPr>
            <a:lvl5pPr marL="2057400" indent="-228600">
              <a:tabLst>
                <a:tab pos="508000" algn="l"/>
              </a:tabLst>
              <a:defRPr sz="25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tabLst>
                <a:tab pos="508000" algn="l"/>
              </a:tabLst>
              <a:defRPr sz="25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tabLst>
                <a:tab pos="508000" algn="l"/>
              </a:tabLst>
              <a:defRPr sz="25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tabLst>
                <a:tab pos="508000" algn="l"/>
              </a:tabLst>
              <a:defRPr sz="25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tabLst>
                <a:tab pos="508000" algn="l"/>
              </a:tabLst>
              <a:defRPr sz="2500">
                <a:solidFill>
                  <a:schemeClr val="tx1"/>
                </a:solidFill>
                <a:latin typeface="Helvetica" panose="020B0604020202020204" pitchFamily="34" charset="0"/>
                <a:ea typeface="MS PGothic" panose="020B0600070205080204" pitchFamily="34" charset="-128"/>
              </a:defRPr>
            </a:lvl9pPr>
          </a:lstStyle>
          <a:p>
            <a:pPr lvl="0">
              <a:tabLst/>
              <a:defRPr/>
            </a:pPr>
            <a:r>
              <a:rPr lang="en-US" sz="3200" b="1" dirty="0">
                <a:solidFill>
                  <a:srgbClr val="222222"/>
                </a:solidFill>
                <a:latin typeface="Arial" panose="020B0604020202020204" pitchFamily="34" charset="0"/>
                <a:ea typeface="Helvetica Neue Light" charset="0"/>
                <a:cs typeface="Arial" panose="020B0604020202020204" pitchFamily="34" charset="0"/>
              </a:rPr>
              <a:t>The software for </a:t>
            </a:r>
            <a:r>
              <a:rPr lang="en-US" sz="3200" b="1" dirty="0" err="1">
                <a:solidFill>
                  <a:srgbClr val="222222"/>
                </a:solidFill>
                <a:latin typeface="Arial" panose="020B0604020202020204" pitchFamily="34" charset="0"/>
                <a:ea typeface="Helvetica Neue Light" charset="0"/>
                <a:cs typeface="Arial" panose="020B0604020202020204" pitchFamily="34" charset="0"/>
              </a:rPr>
              <a:t>MedAnalyzer</a:t>
            </a:r>
            <a:r>
              <a:rPr lang="en-US" sz="3200" b="1" dirty="0">
                <a:solidFill>
                  <a:srgbClr val="222222"/>
                </a:solidFill>
                <a:latin typeface="Arial" panose="020B0604020202020204" pitchFamily="34" charset="0"/>
                <a:ea typeface="Helvetica Neue Light" charset="0"/>
                <a:cs typeface="Arial" panose="020B0604020202020204" pitchFamily="34" charset="0"/>
              </a:rPr>
              <a:t> was designed as a full-stack application with Flask (Python) performing backend operations and HTML5/CSS3/JavaScript for the frontend, which included a responsive entry interface, visualization, and reporting</a:t>
            </a:r>
            <a:r>
              <a:rPr lang="en-US" sz="3200" b="1" dirty="0" smtClean="0">
                <a:solidFill>
                  <a:srgbClr val="222222"/>
                </a:solidFill>
                <a:latin typeface="Arial" panose="020B0604020202020204" pitchFamily="34" charset="0"/>
                <a:ea typeface="Helvetica Neue Light" charset="0"/>
                <a:cs typeface="Arial" panose="020B0604020202020204" pitchFamily="34" charset="0"/>
              </a:rPr>
              <a:t>.</a:t>
            </a:r>
            <a:r>
              <a:rPr lang="ar-JO" sz="3200" b="1" dirty="0" smtClean="0">
                <a:solidFill>
                  <a:srgbClr val="222222"/>
                </a:solidFill>
                <a:latin typeface="Arial" panose="020B0604020202020204" pitchFamily="34" charset="0"/>
                <a:ea typeface="Helvetica Neue Light" charset="0"/>
                <a:cs typeface="Arial" panose="020B0604020202020204" pitchFamily="34" charset="0"/>
              </a:rPr>
              <a:t> </a:t>
            </a:r>
          </a:p>
          <a:p>
            <a:pPr lvl="0">
              <a:tabLst/>
              <a:defRPr/>
            </a:pPr>
            <a:r>
              <a:rPr lang="en-US" sz="3200" b="1" dirty="0">
                <a:solidFill>
                  <a:srgbClr val="222222"/>
                </a:solidFill>
                <a:latin typeface="Arial" panose="020B0604020202020204" pitchFamily="34" charset="0"/>
                <a:ea typeface="Helvetica Neue Light" charset="0"/>
                <a:cs typeface="Arial" panose="020B0604020202020204" pitchFamily="34" charset="0"/>
              </a:rPr>
              <a:t>Analytical functionality was imparted by Python libraries, and pre-trained machine learning classifiers , for real-time health risk estimation without runtime training. The entire system operates locally—eschewing cloud dependencies—to maximize data security and offline availability</a:t>
            </a:r>
            <a:r>
              <a:rPr lang="en-US" sz="3600" b="1" dirty="0">
                <a:solidFill>
                  <a:srgbClr val="222222"/>
                </a:solidFill>
                <a:latin typeface="Arial" panose="020B0604020202020204" pitchFamily="34" charset="0"/>
                <a:ea typeface="Helvetica Neue Light" charset="0"/>
                <a:cs typeface="Arial" panose="020B0604020202020204" pitchFamily="34" charset="0"/>
              </a:rPr>
              <a:t> </a:t>
            </a:r>
            <a:r>
              <a:rPr lang="en-US" sz="3600" b="1" dirty="0" smtClean="0">
                <a:solidFill>
                  <a:srgbClr val="222222"/>
                </a:solidFill>
                <a:latin typeface="Arial" panose="020B0604020202020204" pitchFamily="34" charset="0"/>
                <a:ea typeface="Helvetica Neue Light" charset="0"/>
                <a:cs typeface="Arial" panose="020B0604020202020204" pitchFamily="34" charset="0"/>
              </a:rPr>
              <a:t>.</a:t>
            </a:r>
            <a:endParaRPr kumimoji="0" lang="en-US" sz="3600" b="1" i="0" u="none" strike="noStrike" kern="1200" cap="none" spc="0" normalizeH="0" baseline="0" noProof="0" dirty="0">
              <a:ln>
                <a:noFill/>
              </a:ln>
              <a:solidFill>
                <a:srgbClr val="222222"/>
              </a:solidFill>
              <a:effectLst/>
              <a:uLnTx/>
              <a:uFillTx/>
              <a:latin typeface="Arial" panose="020B0604020202020204" pitchFamily="34" charset="0"/>
              <a:ea typeface="Helvetica Neue Light" charset="0"/>
              <a:cs typeface="Arial" panose="020B0604020202020204" pitchFamily="34" charset="0"/>
            </a:endParaRPr>
          </a:p>
        </p:txBody>
      </p:sp>
      <p:sp>
        <p:nvSpPr>
          <p:cNvPr id="36" name="Text Placeholder 4">
            <a:extLst>
              <a:ext uri="{FF2B5EF4-FFF2-40B4-BE49-F238E27FC236}">
                <a16:creationId xmlns:a16="http://schemas.microsoft.com/office/drawing/2014/main" id="{5762D747-B43C-00E8-C00A-3781806B6529}"/>
              </a:ext>
            </a:extLst>
          </p:cNvPr>
          <p:cNvSpPr txBox="1">
            <a:spLocks/>
          </p:cNvSpPr>
          <p:nvPr/>
        </p:nvSpPr>
        <p:spPr>
          <a:xfrm>
            <a:off x="252845" y="36124594"/>
            <a:ext cx="15373116" cy="957431"/>
          </a:xfrm>
          <a:prstGeom prst="round1Rect">
            <a:avLst/>
          </a:prstGeom>
          <a:solidFill>
            <a:schemeClr val="accent6">
              <a:lumMod val="20000"/>
              <a:lumOff val="80000"/>
            </a:schemeClr>
          </a:solidFill>
          <a:ln w="76200">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vert="horz" lIns="365716" tIns="219398" rIns="438792" bIns="219398" rtlCol="0" anchor="ctr">
            <a:noAutofit/>
          </a:bodyPr>
          <a:lstStyle>
            <a:defPPr>
              <a:defRPr lang="en-US"/>
            </a:defPPr>
            <a:lvl1pPr indent="0" defTabSz="4387935">
              <a:spcBef>
                <a:spcPts val="0"/>
              </a:spcBef>
              <a:buFont typeface="Arial" panose="020B0604020202020204" pitchFamily="34" charset="0"/>
              <a:buNone/>
              <a:defRPr sz="6000" cap="all" baseline="0">
                <a:solidFill>
                  <a:schemeClr val="bg1"/>
                </a:solidFill>
                <a:latin typeface="Arial Black" panose="020B0A04020102020204" pitchFamily="34" charset="0"/>
              </a:defRPr>
            </a:lvl1pPr>
            <a:lvl2pPr marL="0" indent="0" defTabSz="4387935">
              <a:spcBef>
                <a:spcPts val="0"/>
              </a:spcBef>
              <a:buFont typeface="Arial" panose="020B0604020202020204" pitchFamily="34" charset="0"/>
              <a:buNone/>
              <a:defRPr sz="6000" cap="all" baseline="0">
                <a:solidFill>
                  <a:schemeClr val="bg1"/>
                </a:solidFill>
                <a:latin typeface="+mj-lt"/>
              </a:defRPr>
            </a:lvl2pPr>
            <a:lvl3pPr marL="0" indent="0" defTabSz="4387935">
              <a:spcBef>
                <a:spcPts val="0"/>
              </a:spcBef>
              <a:buFont typeface="Arial" panose="020B0604020202020204" pitchFamily="34" charset="0"/>
              <a:buNone/>
              <a:defRPr sz="6000" cap="all" baseline="0">
                <a:solidFill>
                  <a:schemeClr val="bg1"/>
                </a:solidFill>
                <a:latin typeface="+mj-lt"/>
              </a:defRPr>
            </a:lvl3pPr>
            <a:lvl4pPr marL="0" indent="0" defTabSz="4387935">
              <a:spcBef>
                <a:spcPts val="0"/>
              </a:spcBef>
              <a:buFont typeface="Arial" panose="020B0604020202020204" pitchFamily="34" charset="0"/>
              <a:buNone/>
              <a:defRPr sz="6000" cap="all" baseline="0">
                <a:solidFill>
                  <a:schemeClr val="bg1"/>
                </a:solidFill>
                <a:latin typeface="+mj-lt"/>
              </a:defRPr>
            </a:lvl4pPr>
            <a:lvl5pPr marL="0" indent="0" defTabSz="4387935">
              <a:spcBef>
                <a:spcPts val="0"/>
              </a:spcBef>
              <a:buFont typeface="Arial" panose="020B0604020202020204" pitchFamily="34" charset="0"/>
              <a:buNone/>
              <a:defRPr sz="6000" cap="all" baseline="0">
                <a:solidFill>
                  <a:schemeClr val="bg1"/>
                </a:solidFill>
                <a:latin typeface="+mj-lt"/>
              </a:defRPr>
            </a:lvl5pPr>
            <a:lvl6pPr marL="0" indent="0" defTabSz="4387935">
              <a:spcBef>
                <a:spcPts val="0"/>
              </a:spcBef>
              <a:buFont typeface="Arial" panose="020B0604020202020204" pitchFamily="34" charset="0"/>
              <a:buNone/>
              <a:defRPr sz="6000" cap="all" baseline="0">
                <a:solidFill>
                  <a:schemeClr val="bg1"/>
                </a:solidFill>
                <a:latin typeface="+mj-lt"/>
              </a:defRPr>
            </a:lvl6pPr>
            <a:lvl7pPr marL="0" indent="0" defTabSz="4387935">
              <a:spcBef>
                <a:spcPts val="0"/>
              </a:spcBef>
              <a:buFont typeface="Arial" panose="020B0604020202020204" pitchFamily="34" charset="0"/>
              <a:buNone/>
              <a:defRPr sz="6000" cap="all" baseline="0">
                <a:solidFill>
                  <a:schemeClr val="bg1"/>
                </a:solidFill>
                <a:latin typeface="+mj-lt"/>
              </a:defRPr>
            </a:lvl7pPr>
            <a:lvl8pPr marL="0" indent="0" defTabSz="4387935">
              <a:spcBef>
                <a:spcPts val="0"/>
              </a:spcBef>
              <a:buFont typeface="Arial" panose="020B0604020202020204" pitchFamily="34" charset="0"/>
              <a:buNone/>
              <a:defRPr sz="6000" cap="all" baseline="0">
                <a:solidFill>
                  <a:schemeClr val="bg1"/>
                </a:solidFill>
                <a:latin typeface="+mj-lt"/>
              </a:defRPr>
            </a:lvl8pPr>
            <a:lvl9pPr marL="0" indent="0" defTabSz="4387935">
              <a:spcBef>
                <a:spcPts val="0"/>
              </a:spcBef>
              <a:buFont typeface="Arial" panose="020B0604020202020204" pitchFamily="34" charset="0"/>
              <a:buNone/>
              <a:defRPr sz="6000" cap="all" baseline="0">
                <a:solidFill>
                  <a:schemeClr val="bg1"/>
                </a:solidFill>
                <a:latin typeface="+mj-lt"/>
              </a:defRPr>
            </a:lvl9pPr>
          </a:lstStyle>
          <a:p>
            <a:pPr algn="ctr"/>
            <a:endParaRPr lang="ar-JO" sz="4400" b="1" dirty="0" smtClean="0">
              <a:solidFill>
                <a:schemeClr val="tx1"/>
              </a:solidFill>
            </a:endParaRPr>
          </a:p>
          <a:p>
            <a:pPr algn="ctr"/>
            <a:r>
              <a:rPr lang="en-US" sz="4400" b="1" dirty="0" smtClean="0">
                <a:solidFill>
                  <a:schemeClr val="tx1"/>
                </a:solidFill>
              </a:rPr>
              <a:t>Implementation</a:t>
            </a:r>
            <a:endParaRPr lang="en-US" sz="4400" b="1" dirty="0">
              <a:solidFill>
                <a:schemeClr val="tx1"/>
              </a:solidFill>
            </a:endParaRPr>
          </a:p>
          <a:p>
            <a:pPr algn="ctr"/>
            <a:endParaRPr lang="en-US" sz="5400" dirty="0">
              <a:solidFill>
                <a:schemeClr val="tx1"/>
              </a:solidFill>
            </a:endParaRPr>
          </a:p>
        </p:txBody>
      </p:sp>
      <p:sp>
        <p:nvSpPr>
          <p:cNvPr id="55" name="Text Box 11">
            <a:extLst>
              <a:ext uri="{FF2B5EF4-FFF2-40B4-BE49-F238E27FC236}">
                <a16:creationId xmlns:a16="http://schemas.microsoft.com/office/drawing/2014/main" id="{023CF7E5-637E-439F-A338-A5DEC8041AD7}"/>
              </a:ext>
            </a:extLst>
          </p:cNvPr>
          <p:cNvSpPr txBox="1">
            <a:spLocks noChangeArrowheads="1"/>
          </p:cNvSpPr>
          <p:nvPr/>
        </p:nvSpPr>
        <p:spPr bwMode="auto">
          <a:xfrm>
            <a:off x="16212283" y="37113419"/>
            <a:ext cx="15848978" cy="5032378"/>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lIns="843867" tIns="421935" rIns="843867" bIns="843867"/>
          <a:lstStyle>
            <a:defPPr>
              <a:defRPr lang="en-US"/>
            </a:defPPr>
            <a:lvl1pPr algn="just">
              <a:tabLst>
                <a:tab pos="508000" algn="l"/>
              </a:tabLst>
              <a:defRPr sz="5400">
                <a:solidFill>
                  <a:schemeClr val="accent6">
                    <a:lumMod val="75000"/>
                  </a:schemeClr>
                </a:solidFill>
                <a:latin typeface="Arial" panose="020B0604020202020204" pitchFamily="34" charset="0"/>
                <a:ea typeface="MS PGothic" panose="020B0600070205080204" pitchFamily="34" charset="-128"/>
                <a:cs typeface="Arial" panose="020B0604020202020204" pitchFamily="34" charset="0"/>
              </a:defRPr>
            </a:lvl1pPr>
            <a:lvl2pPr marL="742950" indent="-285750">
              <a:tabLst>
                <a:tab pos="508000" algn="l"/>
              </a:tabLst>
              <a:defRPr sz="2500">
                <a:latin typeface="Helvetica" panose="020B0604020202020204" pitchFamily="34" charset="0"/>
                <a:ea typeface="MS PGothic" panose="020B0600070205080204" pitchFamily="34" charset="-128"/>
              </a:defRPr>
            </a:lvl2pPr>
            <a:lvl3pPr marL="1143000" indent="-228600">
              <a:tabLst>
                <a:tab pos="508000" algn="l"/>
              </a:tabLst>
              <a:defRPr sz="2500">
                <a:latin typeface="Helvetica" panose="020B0604020202020204" pitchFamily="34" charset="0"/>
                <a:ea typeface="MS PGothic" panose="020B0600070205080204" pitchFamily="34" charset="-128"/>
              </a:defRPr>
            </a:lvl3pPr>
            <a:lvl4pPr marL="1600200" indent="-228600">
              <a:tabLst>
                <a:tab pos="508000" algn="l"/>
              </a:tabLst>
              <a:defRPr sz="2500">
                <a:latin typeface="Helvetica" panose="020B0604020202020204" pitchFamily="34" charset="0"/>
                <a:ea typeface="MS PGothic" panose="020B0600070205080204" pitchFamily="34" charset="-128"/>
              </a:defRPr>
            </a:lvl4pPr>
            <a:lvl5pPr marL="2057400" indent="-228600">
              <a:tabLst>
                <a:tab pos="508000" algn="l"/>
              </a:tabLst>
              <a:defRPr sz="2500">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tabLst>
                <a:tab pos="508000" algn="l"/>
              </a:tabLst>
              <a:defRPr sz="2500">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tabLst>
                <a:tab pos="508000" algn="l"/>
              </a:tabLst>
              <a:defRPr sz="2500">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tabLst>
                <a:tab pos="508000" algn="l"/>
              </a:tabLst>
              <a:defRPr sz="2500">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tabLst>
                <a:tab pos="508000" algn="l"/>
              </a:tabLst>
              <a:defRPr sz="2500">
                <a:latin typeface="Helvetica" panose="020B0604020202020204" pitchFamily="34" charset="0"/>
                <a:ea typeface="MS PGothic" panose="020B0600070205080204" pitchFamily="34" charset="-128"/>
              </a:defRPr>
            </a:lvl9pPr>
          </a:lstStyle>
          <a:p>
            <a:r>
              <a:rPr lang="en-US" sz="3200" b="1" dirty="0">
                <a:solidFill>
                  <a:schemeClr val="tx1"/>
                </a:solidFill>
              </a:rPr>
              <a:t>the project ultimately achieved its goal of developing a secure web-based application that uses machine learning and enables the applications can ultimately assist patient outcomes as well as medical workflow </a:t>
            </a:r>
            <a:r>
              <a:rPr lang="en-US" sz="3200" b="1" dirty="0" err="1">
                <a:solidFill>
                  <a:schemeClr val="tx1"/>
                </a:solidFill>
              </a:rPr>
              <a:t>deliveryprovision</a:t>
            </a:r>
            <a:r>
              <a:rPr lang="en-US" sz="3200" b="1" dirty="0">
                <a:solidFill>
                  <a:schemeClr val="tx1"/>
                </a:solidFill>
              </a:rPr>
              <a:t> of real-time insights that assist in medical decision-making, therefore allowing medical professionals to make quicker, data-based </a:t>
            </a:r>
            <a:r>
              <a:rPr lang="en-US" sz="3200" b="1" dirty="0" smtClean="0">
                <a:solidFill>
                  <a:schemeClr val="tx1"/>
                </a:solidFill>
              </a:rPr>
              <a:t>decisions.</a:t>
            </a:r>
          </a:p>
          <a:p>
            <a:r>
              <a:rPr lang="en-US" sz="3200" b="1" dirty="0">
                <a:solidFill>
                  <a:schemeClr val="tx1"/>
                </a:solidFill>
              </a:rPr>
              <a:t>To conclude - </a:t>
            </a:r>
            <a:r>
              <a:rPr lang="en-US" sz="3200" b="1" dirty="0" err="1">
                <a:solidFill>
                  <a:schemeClr val="tx1"/>
                </a:solidFill>
              </a:rPr>
              <a:t>MedAnalyzer</a:t>
            </a:r>
            <a:r>
              <a:rPr lang="en-US" sz="3200" b="1" dirty="0">
                <a:solidFill>
                  <a:schemeClr val="tx1"/>
                </a:solidFill>
              </a:rPr>
              <a:t> project has shown that the integration of data science with healthcare supportive</a:t>
            </a:r>
            <a:endParaRPr lang="en-US" sz="3200" b="1" dirty="0">
              <a:solidFill>
                <a:schemeClr val="tx1"/>
              </a:solidFill>
            </a:endParaRPr>
          </a:p>
        </p:txBody>
      </p:sp>
      <p:sp>
        <p:nvSpPr>
          <p:cNvPr id="2" name="TextBox 1"/>
          <p:cNvSpPr txBox="1"/>
          <p:nvPr/>
        </p:nvSpPr>
        <p:spPr>
          <a:xfrm>
            <a:off x="574129" y="21129054"/>
            <a:ext cx="10478446" cy="1569660"/>
          </a:xfrm>
          <a:prstGeom prst="rect">
            <a:avLst/>
          </a:prstGeom>
          <a:noFill/>
        </p:spPr>
        <p:txBody>
          <a:bodyPr wrap="square" rtlCol="0">
            <a:spAutoFit/>
          </a:bodyPr>
          <a:lstStyle/>
          <a:p>
            <a:r>
              <a:rPr lang="en-US" sz="3200" b="1" dirty="0"/>
              <a:t>Design outlines the technical and structural foundation of the </a:t>
            </a:r>
            <a:r>
              <a:rPr lang="en-US" sz="3200" b="1" dirty="0" err="1"/>
              <a:t>MedAnalyzer</a:t>
            </a:r>
            <a:r>
              <a:rPr lang="en-US" sz="3200" b="1" dirty="0"/>
              <a:t> system, a web-based medical system for patient information analysis and health threat </a:t>
            </a:r>
            <a:r>
              <a:rPr lang="en-US" sz="3200" b="1" dirty="0" smtClean="0"/>
              <a:t>prediction.</a:t>
            </a:r>
            <a:endParaRPr lang="en-US" sz="3200" b="1" dirty="0"/>
          </a:p>
        </p:txBody>
      </p:sp>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9134" y="24274763"/>
            <a:ext cx="10767634" cy="11091069"/>
          </a:xfrm>
          <a:prstGeom prst="rect">
            <a:avLst/>
          </a:prstGeom>
        </p:spPr>
      </p:pic>
      <p:sp>
        <p:nvSpPr>
          <p:cNvPr id="128" name="Text Placeholder 4">
            <a:extLst>
              <a:ext uri="{FF2B5EF4-FFF2-40B4-BE49-F238E27FC236}">
                <a16:creationId xmlns:a16="http://schemas.microsoft.com/office/drawing/2014/main" id="{CBC827F9-AE30-465F-98FC-B3BE916195A9}"/>
              </a:ext>
            </a:extLst>
          </p:cNvPr>
          <p:cNvSpPr txBox="1">
            <a:spLocks/>
          </p:cNvSpPr>
          <p:nvPr/>
        </p:nvSpPr>
        <p:spPr>
          <a:xfrm rot="10800000" flipV="1">
            <a:off x="148920" y="13741795"/>
            <a:ext cx="12234959" cy="707398"/>
          </a:xfrm>
          <a:prstGeom prst="round1Rect">
            <a:avLst/>
          </a:prstGeom>
          <a:solidFill>
            <a:schemeClr val="accent6">
              <a:lumMod val="20000"/>
              <a:lumOff val="80000"/>
            </a:schemeClr>
          </a:solidFill>
          <a:ln w="76200">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vert="horz" lIns="365716" tIns="219398" rIns="438792" bIns="219398" rtlCol="0" anchor="ctr">
            <a:noAutofit/>
          </a:bodyPr>
          <a:lstStyle>
            <a:defPPr>
              <a:defRPr lang="en-US"/>
            </a:defPPr>
            <a:lvl1pPr indent="0" defTabSz="4387935">
              <a:spcBef>
                <a:spcPts val="0"/>
              </a:spcBef>
              <a:buFont typeface="Arial" panose="020B0604020202020204" pitchFamily="34" charset="0"/>
              <a:buNone/>
              <a:defRPr sz="6000" cap="all" baseline="0">
                <a:solidFill>
                  <a:schemeClr val="bg1"/>
                </a:solidFill>
                <a:latin typeface="Arial Black" panose="020B0A04020102020204" pitchFamily="34" charset="0"/>
              </a:defRPr>
            </a:lvl1pPr>
            <a:lvl2pPr marL="0" indent="0" defTabSz="4387935">
              <a:spcBef>
                <a:spcPts val="0"/>
              </a:spcBef>
              <a:buFont typeface="Arial" panose="020B0604020202020204" pitchFamily="34" charset="0"/>
              <a:buNone/>
              <a:defRPr sz="6000" cap="all" baseline="0">
                <a:solidFill>
                  <a:schemeClr val="bg1"/>
                </a:solidFill>
                <a:latin typeface="+mj-lt"/>
              </a:defRPr>
            </a:lvl2pPr>
            <a:lvl3pPr marL="0" indent="0" defTabSz="4387935">
              <a:spcBef>
                <a:spcPts val="0"/>
              </a:spcBef>
              <a:buFont typeface="Arial" panose="020B0604020202020204" pitchFamily="34" charset="0"/>
              <a:buNone/>
              <a:defRPr sz="6000" cap="all" baseline="0">
                <a:solidFill>
                  <a:schemeClr val="bg1"/>
                </a:solidFill>
                <a:latin typeface="+mj-lt"/>
              </a:defRPr>
            </a:lvl3pPr>
            <a:lvl4pPr marL="0" indent="0" defTabSz="4387935">
              <a:spcBef>
                <a:spcPts val="0"/>
              </a:spcBef>
              <a:buFont typeface="Arial" panose="020B0604020202020204" pitchFamily="34" charset="0"/>
              <a:buNone/>
              <a:defRPr sz="6000" cap="all" baseline="0">
                <a:solidFill>
                  <a:schemeClr val="bg1"/>
                </a:solidFill>
                <a:latin typeface="+mj-lt"/>
              </a:defRPr>
            </a:lvl4pPr>
            <a:lvl5pPr marL="0" indent="0" defTabSz="4387935">
              <a:spcBef>
                <a:spcPts val="0"/>
              </a:spcBef>
              <a:buFont typeface="Arial" panose="020B0604020202020204" pitchFamily="34" charset="0"/>
              <a:buNone/>
              <a:defRPr sz="6000" cap="all" baseline="0">
                <a:solidFill>
                  <a:schemeClr val="bg1"/>
                </a:solidFill>
                <a:latin typeface="+mj-lt"/>
              </a:defRPr>
            </a:lvl5pPr>
            <a:lvl6pPr marL="0" indent="0" defTabSz="4387935">
              <a:spcBef>
                <a:spcPts val="0"/>
              </a:spcBef>
              <a:buFont typeface="Arial" panose="020B0604020202020204" pitchFamily="34" charset="0"/>
              <a:buNone/>
              <a:defRPr sz="6000" cap="all" baseline="0">
                <a:solidFill>
                  <a:schemeClr val="bg1"/>
                </a:solidFill>
                <a:latin typeface="+mj-lt"/>
              </a:defRPr>
            </a:lvl6pPr>
            <a:lvl7pPr marL="0" indent="0" defTabSz="4387935">
              <a:spcBef>
                <a:spcPts val="0"/>
              </a:spcBef>
              <a:buFont typeface="Arial" panose="020B0604020202020204" pitchFamily="34" charset="0"/>
              <a:buNone/>
              <a:defRPr sz="6000" cap="all" baseline="0">
                <a:solidFill>
                  <a:schemeClr val="bg1"/>
                </a:solidFill>
                <a:latin typeface="+mj-lt"/>
              </a:defRPr>
            </a:lvl7pPr>
            <a:lvl8pPr marL="0" indent="0" defTabSz="4387935">
              <a:spcBef>
                <a:spcPts val="0"/>
              </a:spcBef>
              <a:buFont typeface="Arial" panose="020B0604020202020204" pitchFamily="34" charset="0"/>
              <a:buNone/>
              <a:defRPr sz="6000" cap="all" baseline="0">
                <a:solidFill>
                  <a:schemeClr val="bg1"/>
                </a:solidFill>
                <a:latin typeface="+mj-lt"/>
              </a:defRPr>
            </a:lvl8pPr>
            <a:lvl9pPr marL="0" indent="0" defTabSz="4387935">
              <a:spcBef>
                <a:spcPts val="0"/>
              </a:spcBef>
              <a:buFont typeface="Arial" panose="020B0604020202020204" pitchFamily="34" charset="0"/>
              <a:buNone/>
              <a:defRPr sz="6000" cap="all" baseline="0">
                <a:solidFill>
                  <a:schemeClr val="bg1"/>
                </a:solidFill>
                <a:latin typeface="+mj-lt"/>
              </a:defRPr>
            </a:lvl9pPr>
          </a:lstStyle>
          <a:p>
            <a:pPr algn="ctr"/>
            <a:endParaRPr lang="en-US" sz="5400" b="1" dirty="0" smtClean="0">
              <a:solidFill>
                <a:schemeClr val="accent3">
                  <a:lumMod val="20000"/>
                  <a:lumOff val="80000"/>
                </a:schemeClr>
              </a:solidFill>
            </a:endParaRPr>
          </a:p>
          <a:p>
            <a:pPr algn="ctr"/>
            <a:r>
              <a:rPr lang="en-US" sz="5400" b="1" dirty="0" smtClean="0">
                <a:solidFill>
                  <a:schemeClr val="tx1"/>
                </a:solidFill>
              </a:rPr>
              <a:t>Introduction</a:t>
            </a:r>
            <a:endParaRPr lang="en-US" sz="5400" b="1" dirty="0">
              <a:solidFill>
                <a:schemeClr val="tx1"/>
              </a:solidFill>
            </a:endParaRPr>
          </a:p>
          <a:p>
            <a:pPr algn="ctr"/>
            <a:endParaRPr lang="en-US" sz="5400" dirty="0">
              <a:solidFill>
                <a:schemeClr val="tx1"/>
              </a:solidFill>
            </a:endParaRPr>
          </a:p>
        </p:txBody>
      </p:sp>
      <p:sp>
        <p:nvSpPr>
          <p:cNvPr id="129" name="Text Box 11">
            <a:extLst>
              <a:ext uri="{FF2B5EF4-FFF2-40B4-BE49-F238E27FC236}">
                <a16:creationId xmlns:a16="http://schemas.microsoft.com/office/drawing/2014/main" id="{CB3EC943-4C60-1504-2243-8E965BAB10A8}"/>
              </a:ext>
            </a:extLst>
          </p:cNvPr>
          <p:cNvSpPr txBox="1">
            <a:spLocks noChangeArrowheads="1"/>
          </p:cNvSpPr>
          <p:nvPr/>
        </p:nvSpPr>
        <p:spPr bwMode="auto">
          <a:xfrm>
            <a:off x="186844" y="14564092"/>
            <a:ext cx="12260138" cy="488928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lIns="843867" tIns="421935" rIns="843867" bIns="843867"/>
          <a:lstStyle>
            <a:lvl1pPr>
              <a:tabLst>
                <a:tab pos="508000" algn="l"/>
              </a:tabLst>
              <a:defRPr sz="2500">
                <a:solidFill>
                  <a:schemeClr val="tx1"/>
                </a:solidFill>
                <a:latin typeface="Helvetica" panose="020B0604020202020204" pitchFamily="34" charset="0"/>
                <a:ea typeface="MS PGothic" panose="020B0600070205080204" pitchFamily="34" charset="-128"/>
              </a:defRPr>
            </a:lvl1pPr>
            <a:lvl2pPr marL="742950" indent="-285750">
              <a:tabLst>
                <a:tab pos="508000" algn="l"/>
              </a:tabLst>
              <a:defRPr sz="2500">
                <a:solidFill>
                  <a:schemeClr val="tx1"/>
                </a:solidFill>
                <a:latin typeface="Helvetica" panose="020B0604020202020204" pitchFamily="34" charset="0"/>
                <a:ea typeface="MS PGothic" panose="020B0600070205080204" pitchFamily="34" charset="-128"/>
              </a:defRPr>
            </a:lvl2pPr>
            <a:lvl3pPr marL="1143000" indent="-228600">
              <a:tabLst>
                <a:tab pos="508000" algn="l"/>
              </a:tabLst>
              <a:defRPr sz="2500">
                <a:solidFill>
                  <a:schemeClr val="tx1"/>
                </a:solidFill>
                <a:latin typeface="Helvetica" panose="020B0604020202020204" pitchFamily="34" charset="0"/>
                <a:ea typeface="MS PGothic" panose="020B0600070205080204" pitchFamily="34" charset="-128"/>
              </a:defRPr>
            </a:lvl3pPr>
            <a:lvl4pPr marL="1600200" indent="-228600">
              <a:tabLst>
                <a:tab pos="508000" algn="l"/>
              </a:tabLst>
              <a:defRPr sz="2500">
                <a:solidFill>
                  <a:schemeClr val="tx1"/>
                </a:solidFill>
                <a:latin typeface="Helvetica" panose="020B0604020202020204" pitchFamily="34" charset="0"/>
                <a:ea typeface="MS PGothic" panose="020B0600070205080204" pitchFamily="34" charset="-128"/>
              </a:defRPr>
            </a:lvl4pPr>
            <a:lvl5pPr marL="2057400" indent="-228600">
              <a:tabLst>
                <a:tab pos="508000" algn="l"/>
              </a:tabLst>
              <a:defRPr sz="25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tabLst>
                <a:tab pos="508000" algn="l"/>
              </a:tabLst>
              <a:defRPr sz="25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tabLst>
                <a:tab pos="508000" algn="l"/>
              </a:tabLst>
              <a:defRPr sz="25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tabLst>
                <a:tab pos="508000" algn="l"/>
              </a:tabLst>
              <a:defRPr sz="25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tabLst>
                <a:tab pos="508000" algn="l"/>
              </a:tabLst>
              <a:defRPr sz="2500">
                <a:solidFill>
                  <a:schemeClr val="tx1"/>
                </a:solidFill>
                <a:latin typeface="Helvetica" panose="020B0604020202020204" pitchFamily="34" charset="0"/>
                <a:ea typeface="MS PGothic" panose="020B0600070205080204" pitchFamily="34" charset="-128"/>
              </a:defRPr>
            </a:lvl9pPr>
          </a:lstStyle>
          <a:p>
            <a:pPr lvl="0" algn="just">
              <a:tabLst/>
              <a:defRPr/>
            </a:pPr>
            <a:r>
              <a:rPr lang="en-US" sz="3200" b="1" dirty="0">
                <a:solidFill>
                  <a:srgbClr val="222222"/>
                </a:solidFill>
                <a:latin typeface="Arial" panose="020B0604020202020204" pitchFamily="34" charset="0"/>
                <a:ea typeface="Helvetica Neue Light" charset="0"/>
                <a:cs typeface="Arial" panose="020B0604020202020204" pitchFamily="34" charset="0"/>
              </a:rPr>
              <a:t>The need for real-time intelligent medical analytics is a growing field due to the challenges of manual processes and fragmented systems in the healthcare sector. This project aims primarily to develop an easy-to-use system for collecting patient data, predicting risk using machine learning techniques, and interactively visualizing risk predictions, all via the web.</a:t>
            </a:r>
            <a:endParaRPr kumimoji="0" lang="en-US" sz="3200" b="1" i="0" u="none" strike="noStrike" kern="1200" cap="none" spc="0" normalizeH="0" baseline="0" noProof="0" dirty="0">
              <a:ln>
                <a:noFill/>
              </a:ln>
              <a:solidFill>
                <a:srgbClr val="222222"/>
              </a:solidFill>
              <a:effectLst/>
              <a:uLnTx/>
              <a:uFillTx/>
              <a:latin typeface="Arial" panose="020B0604020202020204" pitchFamily="34" charset="0"/>
              <a:ea typeface="Helvetica Neue Light" charset="0"/>
              <a:cs typeface="Arial" panose="020B0604020202020204" pitchFamily="34" charset="0"/>
            </a:endParaRPr>
          </a:p>
        </p:txBody>
      </p:sp>
      <p:sp>
        <p:nvSpPr>
          <p:cNvPr id="7" name="TextBox 6"/>
          <p:cNvSpPr txBox="1"/>
          <p:nvPr/>
        </p:nvSpPr>
        <p:spPr>
          <a:xfrm>
            <a:off x="13039589" y="8235800"/>
            <a:ext cx="20525508" cy="584775"/>
          </a:xfrm>
          <a:prstGeom prst="rect">
            <a:avLst/>
          </a:prstGeom>
          <a:noFill/>
        </p:spPr>
        <p:txBody>
          <a:bodyPr wrap="square" rtlCol="0">
            <a:spAutoFit/>
          </a:bodyPr>
          <a:lstStyle/>
          <a:p>
            <a:r>
              <a:rPr lang="en-US" sz="3200" b="1" dirty="0"/>
              <a:t>Results and Discussion describes results obtained after implementing the </a:t>
            </a:r>
            <a:r>
              <a:rPr lang="en-US" sz="3200" b="1" dirty="0" err="1"/>
              <a:t>MedAnalyzer</a:t>
            </a:r>
            <a:r>
              <a:rPr lang="en-US" sz="3200" b="1" dirty="0"/>
              <a:t> system.</a:t>
            </a:r>
          </a:p>
        </p:txBody>
      </p:sp>
      <p:pic>
        <p:nvPicPr>
          <p:cNvPr id="130" name="Picture 129" descr="A screenshot of a computer&#10;&#10;AI-generated content may be incorrect."/>
          <p:cNvPicPr/>
          <p:nvPr/>
        </p:nvPicPr>
        <p:blipFill>
          <a:blip r:embed="rId6" cstate="print">
            <a:extLst>
              <a:ext uri="{28A0092B-C50C-407E-A947-70E740481C1C}">
                <a14:useLocalDpi xmlns:a14="http://schemas.microsoft.com/office/drawing/2010/main" val="0"/>
              </a:ext>
            </a:extLst>
          </a:blip>
          <a:stretch>
            <a:fillRect/>
          </a:stretch>
        </p:blipFill>
        <p:spPr>
          <a:xfrm>
            <a:off x="13071190" y="10359941"/>
            <a:ext cx="9035491" cy="5610993"/>
          </a:xfrm>
          <a:prstGeom prst="rect">
            <a:avLst/>
          </a:prstGeom>
        </p:spPr>
      </p:pic>
      <p:sp>
        <p:nvSpPr>
          <p:cNvPr id="8" name="TextBox 7"/>
          <p:cNvSpPr txBox="1"/>
          <p:nvPr/>
        </p:nvSpPr>
        <p:spPr>
          <a:xfrm>
            <a:off x="13183813" y="9669998"/>
            <a:ext cx="10118530" cy="707886"/>
          </a:xfrm>
          <a:prstGeom prst="rect">
            <a:avLst/>
          </a:prstGeom>
          <a:noFill/>
        </p:spPr>
        <p:txBody>
          <a:bodyPr wrap="square" rtlCol="0">
            <a:spAutoFit/>
          </a:bodyPr>
          <a:lstStyle/>
          <a:p>
            <a:r>
              <a:rPr lang="en-US" sz="4000" b="1" dirty="0">
                <a:solidFill>
                  <a:srgbClr val="3309E7"/>
                </a:solidFill>
              </a:rPr>
              <a:t>Log</a:t>
            </a:r>
            <a:r>
              <a:rPr lang="en-GB" sz="4000" b="1" dirty="0">
                <a:solidFill>
                  <a:srgbClr val="3309E7"/>
                </a:solidFill>
              </a:rPr>
              <a:t>in page for the patient role</a:t>
            </a:r>
            <a:endParaRPr lang="en-US" sz="4000" b="1" dirty="0">
              <a:solidFill>
                <a:srgbClr val="3309E7"/>
              </a:solidFill>
            </a:endParaRPr>
          </a:p>
        </p:txBody>
      </p:sp>
      <p:pic>
        <p:nvPicPr>
          <p:cNvPr id="131" name="Picture 130"/>
          <p:cNvPicPr/>
          <p:nvPr/>
        </p:nvPicPr>
        <p:blipFill>
          <a:blip r:embed="rId7" cstate="print">
            <a:extLst>
              <a:ext uri="{28A0092B-C50C-407E-A947-70E740481C1C}">
                <a14:useLocalDpi xmlns:a14="http://schemas.microsoft.com/office/drawing/2010/main" val="0"/>
              </a:ext>
            </a:extLst>
          </a:blip>
          <a:stretch>
            <a:fillRect/>
          </a:stretch>
        </p:blipFill>
        <p:spPr>
          <a:xfrm>
            <a:off x="22320977" y="10522953"/>
            <a:ext cx="9740284" cy="5555247"/>
          </a:xfrm>
          <a:prstGeom prst="rect">
            <a:avLst/>
          </a:prstGeom>
        </p:spPr>
      </p:pic>
      <p:sp>
        <p:nvSpPr>
          <p:cNvPr id="9" name="TextBox 8"/>
          <p:cNvSpPr txBox="1"/>
          <p:nvPr/>
        </p:nvSpPr>
        <p:spPr>
          <a:xfrm>
            <a:off x="24745080" y="9868596"/>
            <a:ext cx="8026877" cy="707886"/>
          </a:xfrm>
          <a:prstGeom prst="rect">
            <a:avLst/>
          </a:prstGeom>
          <a:noFill/>
        </p:spPr>
        <p:txBody>
          <a:bodyPr wrap="square" rtlCol="0">
            <a:spAutoFit/>
          </a:bodyPr>
          <a:lstStyle/>
          <a:p>
            <a:r>
              <a:rPr lang="en-GB" sz="4000" b="1" dirty="0">
                <a:solidFill>
                  <a:srgbClr val="3309E7"/>
                </a:solidFill>
              </a:rPr>
              <a:t>Dashboard page</a:t>
            </a:r>
            <a:endParaRPr lang="en-US" sz="4000" b="1" dirty="0">
              <a:solidFill>
                <a:srgbClr val="3309E7"/>
              </a:solidFill>
            </a:endParaRPr>
          </a:p>
        </p:txBody>
      </p:sp>
      <p:pic>
        <p:nvPicPr>
          <p:cNvPr id="132" name="Picture 131"/>
          <p:cNvPicPr/>
          <p:nvPr/>
        </p:nvPicPr>
        <p:blipFill>
          <a:blip r:embed="rId8" cstate="print">
            <a:extLst>
              <a:ext uri="{28A0092B-C50C-407E-A947-70E740481C1C}">
                <a14:useLocalDpi xmlns:a14="http://schemas.microsoft.com/office/drawing/2010/main" val="0"/>
              </a:ext>
            </a:extLst>
          </a:blip>
          <a:stretch>
            <a:fillRect/>
          </a:stretch>
        </p:blipFill>
        <p:spPr>
          <a:xfrm>
            <a:off x="12958868" y="17288009"/>
            <a:ext cx="4818486" cy="5698267"/>
          </a:xfrm>
          <a:prstGeom prst="rect">
            <a:avLst/>
          </a:prstGeom>
        </p:spPr>
      </p:pic>
      <p:pic>
        <p:nvPicPr>
          <p:cNvPr id="133" name="Picture 132"/>
          <p:cNvPicPr/>
          <p:nvPr/>
        </p:nvPicPr>
        <p:blipFill>
          <a:blip r:embed="rId9" cstate="print">
            <a:extLst>
              <a:ext uri="{28A0092B-C50C-407E-A947-70E740481C1C}">
                <a14:useLocalDpi xmlns:a14="http://schemas.microsoft.com/office/drawing/2010/main" val="0"/>
              </a:ext>
            </a:extLst>
          </a:blip>
          <a:stretch>
            <a:fillRect/>
          </a:stretch>
        </p:blipFill>
        <p:spPr>
          <a:xfrm>
            <a:off x="17777353" y="17244057"/>
            <a:ext cx="3609247" cy="5742219"/>
          </a:xfrm>
          <a:prstGeom prst="rect">
            <a:avLst/>
          </a:prstGeom>
        </p:spPr>
      </p:pic>
      <p:pic>
        <p:nvPicPr>
          <p:cNvPr id="134" name="Picture 133"/>
          <p:cNvPicPr/>
          <p:nvPr/>
        </p:nvPicPr>
        <p:blipFill>
          <a:blip r:embed="rId10" cstate="print">
            <a:extLst>
              <a:ext uri="{28A0092B-C50C-407E-A947-70E740481C1C}">
                <a14:useLocalDpi xmlns:a14="http://schemas.microsoft.com/office/drawing/2010/main" val="0"/>
              </a:ext>
            </a:extLst>
          </a:blip>
          <a:stretch>
            <a:fillRect/>
          </a:stretch>
        </p:blipFill>
        <p:spPr>
          <a:xfrm>
            <a:off x="12917146" y="22986276"/>
            <a:ext cx="4905946" cy="3828660"/>
          </a:xfrm>
          <a:prstGeom prst="rect">
            <a:avLst/>
          </a:prstGeom>
        </p:spPr>
      </p:pic>
      <p:pic>
        <p:nvPicPr>
          <p:cNvPr id="135" name="Picture 134" descr="A screenshot of a computer&#10;&#10;AI-generated content may be incorrect."/>
          <p:cNvPicPr/>
          <p:nvPr/>
        </p:nvPicPr>
        <p:blipFill>
          <a:blip r:embed="rId11" cstate="print">
            <a:extLst>
              <a:ext uri="{28A0092B-C50C-407E-A947-70E740481C1C}">
                <a14:useLocalDpi xmlns:a14="http://schemas.microsoft.com/office/drawing/2010/main" val="0"/>
              </a:ext>
            </a:extLst>
          </a:blip>
          <a:stretch>
            <a:fillRect/>
          </a:stretch>
        </p:blipFill>
        <p:spPr>
          <a:xfrm>
            <a:off x="17884502" y="23024129"/>
            <a:ext cx="3502098" cy="3790807"/>
          </a:xfrm>
          <a:prstGeom prst="rect">
            <a:avLst/>
          </a:prstGeom>
        </p:spPr>
      </p:pic>
      <p:sp>
        <p:nvSpPr>
          <p:cNvPr id="10" name="TextBox 9"/>
          <p:cNvSpPr txBox="1"/>
          <p:nvPr/>
        </p:nvSpPr>
        <p:spPr>
          <a:xfrm>
            <a:off x="12924675" y="16659282"/>
            <a:ext cx="9591164" cy="707886"/>
          </a:xfrm>
          <a:prstGeom prst="rect">
            <a:avLst/>
          </a:prstGeom>
          <a:noFill/>
        </p:spPr>
        <p:txBody>
          <a:bodyPr wrap="square" rtlCol="0">
            <a:spAutoFit/>
          </a:bodyPr>
          <a:lstStyle/>
          <a:p>
            <a:r>
              <a:rPr lang="en-GB" sz="4000" b="1" dirty="0">
                <a:solidFill>
                  <a:srgbClr val="3309E7"/>
                </a:solidFill>
              </a:rPr>
              <a:t>patient Data Entry Page </a:t>
            </a:r>
            <a:endParaRPr lang="en-US" sz="4000" b="1" dirty="0">
              <a:solidFill>
                <a:srgbClr val="3309E7"/>
              </a:solidFill>
            </a:endParaRPr>
          </a:p>
        </p:txBody>
      </p:sp>
      <p:pic>
        <p:nvPicPr>
          <p:cNvPr id="136" name="Picture 135" descr="A screenshot of a computer&#10;&#10;AI-generated content may be incorrect."/>
          <p:cNvPicPr/>
          <p:nvPr/>
        </p:nvPicPr>
        <p:blipFill>
          <a:blip r:embed="rId12">
            <a:extLst>
              <a:ext uri="{28A0092B-C50C-407E-A947-70E740481C1C}">
                <a14:useLocalDpi xmlns:a14="http://schemas.microsoft.com/office/drawing/2010/main" val="0"/>
              </a:ext>
            </a:extLst>
          </a:blip>
          <a:srcRect/>
          <a:stretch>
            <a:fillRect/>
          </a:stretch>
        </p:blipFill>
        <p:spPr bwMode="auto">
          <a:xfrm>
            <a:off x="23292893" y="22034344"/>
            <a:ext cx="8591842" cy="4780592"/>
          </a:xfrm>
          <a:prstGeom prst="rect">
            <a:avLst/>
          </a:prstGeom>
          <a:noFill/>
          <a:ln>
            <a:noFill/>
          </a:ln>
        </p:spPr>
      </p:pic>
      <p:pic>
        <p:nvPicPr>
          <p:cNvPr id="137" name="Picture 136" descr="A screenshot of a graph&#10;&#10;AI-generated content may be incorrect."/>
          <p:cNvPicPr/>
          <p:nvPr/>
        </p:nvPicPr>
        <p:blipFill>
          <a:blip r:embed="rId13" cstate="print">
            <a:extLst>
              <a:ext uri="{28A0092B-C50C-407E-A947-70E740481C1C}">
                <a14:useLocalDpi xmlns:a14="http://schemas.microsoft.com/office/drawing/2010/main" val="0"/>
              </a:ext>
            </a:extLst>
          </a:blip>
          <a:stretch>
            <a:fillRect/>
          </a:stretch>
        </p:blipFill>
        <p:spPr>
          <a:xfrm>
            <a:off x="23292891" y="17367168"/>
            <a:ext cx="8591843" cy="4667176"/>
          </a:xfrm>
          <a:prstGeom prst="rect">
            <a:avLst/>
          </a:prstGeom>
        </p:spPr>
      </p:pic>
      <p:sp>
        <p:nvSpPr>
          <p:cNvPr id="11" name="TextBox 10"/>
          <p:cNvSpPr txBox="1"/>
          <p:nvPr/>
        </p:nvSpPr>
        <p:spPr>
          <a:xfrm>
            <a:off x="23193554" y="16478248"/>
            <a:ext cx="8790515" cy="707886"/>
          </a:xfrm>
          <a:prstGeom prst="rect">
            <a:avLst/>
          </a:prstGeom>
          <a:noFill/>
        </p:spPr>
        <p:txBody>
          <a:bodyPr wrap="square" rtlCol="0">
            <a:spAutoFit/>
          </a:bodyPr>
          <a:lstStyle/>
          <a:p>
            <a:r>
              <a:rPr lang="en-GB" sz="4000" b="1" dirty="0">
                <a:solidFill>
                  <a:srgbClr val="3309E7"/>
                </a:solidFill>
              </a:rPr>
              <a:t>Analytics Page </a:t>
            </a:r>
            <a:r>
              <a:rPr lang="en-GB" sz="4000" b="1" dirty="0" smtClean="0">
                <a:solidFill>
                  <a:srgbClr val="3309E7"/>
                </a:solidFill>
              </a:rPr>
              <a:t>with </a:t>
            </a:r>
            <a:r>
              <a:rPr lang="en-US" sz="4000" b="1" dirty="0" smtClean="0">
                <a:solidFill>
                  <a:srgbClr val="3309E7"/>
                </a:solidFill>
              </a:rPr>
              <a:t>The </a:t>
            </a:r>
            <a:r>
              <a:rPr lang="en-US" sz="4000" b="1" dirty="0">
                <a:solidFill>
                  <a:srgbClr val="3309E7"/>
                </a:solidFill>
              </a:rPr>
              <a:t>prediction result </a:t>
            </a:r>
            <a:endParaRPr lang="en-US" sz="4000" b="1" dirty="0">
              <a:solidFill>
                <a:srgbClr val="3309E7"/>
              </a:solidFill>
            </a:endParaRPr>
          </a:p>
        </p:txBody>
      </p:sp>
      <p:pic>
        <p:nvPicPr>
          <p:cNvPr id="138" name="Picture 137"/>
          <p:cNvPicPr/>
          <p:nvPr/>
        </p:nvPicPr>
        <p:blipFill>
          <a:blip r:embed="rId14" cstate="print">
            <a:extLst>
              <a:ext uri="{28A0092B-C50C-407E-A947-70E740481C1C}">
                <a14:useLocalDpi xmlns:a14="http://schemas.microsoft.com/office/drawing/2010/main" val="0"/>
              </a:ext>
            </a:extLst>
          </a:blip>
          <a:stretch>
            <a:fillRect/>
          </a:stretch>
        </p:blipFill>
        <p:spPr>
          <a:xfrm>
            <a:off x="22561066" y="28993438"/>
            <a:ext cx="9342026" cy="6467321"/>
          </a:xfrm>
          <a:prstGeom prst="rect">
            <a:avLst/>
          </a:prstGeom>
        </p:spPr>
      </p:pic>
      <p:sp>
        <p:nvSpPr>
          <p:cNvPr id="12" name="TextBox 11"/>
          <p:cNvSpPr txBox="1"/>
          <p:nvPr/>
        </p:nvSpPr>
        <p:spPr>
          <a:xfrm>
            <a:off x="22121228" y="27823579"/>
            <a:ext cx="10221701" cy="707886"/>
          </a:xfrm>
          <a:prstGeom prst="rect">
            <a:avLst/>
          </a:prstGeom>
          <a:noFill/>
        </p:spPr>
        <p:txBody>
          <a:bodyPr wrap="square" rtlCol="0">
            <a:spAutoFit/>
          </a:bodyPr>
          <a:lstStyle/>
          <a:p>
            <a:r>
              <a:rPr lang="en-GB" sz="4000" b="1" dirty="0">
                <a:solidFill>
                  <a:srgbClr val="3309E7"/>
                </a:solidFill>
              </a:rPr>
              <a:t>Search Box Explanation in the Dashboard Page</a:t>
            </a:r>
            <a:endParaRPr lang="en-US" sz="4000" b="1" dirty="0">
              <a:solidFill>
                <a:srgbClr val="3309E7"/>
              </a:solidFill>
            </a:endParaRPr>
          </a:p>
        </p:txBody>
      </p:sp>
      <p:pic>
        <p:nvPicPr>
          <p:cNvPr id="139" name="Picture 138" descr="A graph with blue and white stripes&#10;&#10;AI-generated content may be incorrect."/>
          <p:cNvPicPr/>
          <p:nvPr/>
        </p:nvPicPr>
        <p:blipFill>
          <a:blip r:embed="rId15">
            <a:extLst>
              <a:ext uri="{28A0092B-C50C-407E-A947-70E740481C1C}">
                <a14:useLocalDpi xmlns:a14="http://schemas.microsoft.com/office/drawing/2010/main" val="0"/>
              </a:ext>
            </a:extLst>
          </a:blip>
          <a:srcRect/>
          <a:stretch>
            <a:fillRect/>
          </a:stretch>
        </p:blipFill>
        <p:spPr bwMode="auto">
          <a:xfrm>
            <a:off x="12854757" y="28086928"/>
            <a:ext cx="8487908" cy="4423008"/>
          </a:xfrm>
          <a:prstGeom prst="rect">
            <a:avLst/>
          </a:prstGeom>
          <a:noFill/>
          <a:ln>
            <a:noFill/>
          </a:ln>
        </p:spPr>
      </p:pic>
      <p:sp>
        <p:nvSpPr>
          <p:cNvPr id="13" name="TextBox 12"/>
          <p:cNvSpPr txBox="1"/>
          <p:nvPr/>
        </p:nvSpPr>
        <p:spPr>
          <a:xfrm>
            <a:off x="13307605" y="27210052"/>
            <a:ext cx="7741159" cy="707886"/>
          </a:xfrm>
          <a:prstGeom prst="rect">
            <a:avLst/>
          </a:prstGeom>
          <a:noFill/>
        </p:spPr>
        <p:txBody>
          <a:bodyPr wrap="square" rtlCol="0">
            <a:spAutoFit/>
          </a:bodyPr>
          <a:lstStyle/>
          <a:p>
            <a:r>
              <a:rPr lang="en-US" sz="4000" b="1" dirty="0">
                <a:solidFill>
                  <a:srgbClr val="3309E7"/>
                </a:solidFill>
              </a:rPr>
              <a:t>feature importance from </a:t>
            </a:r>
            <a:r>
              <a:rPr lang="en-US" sz="4000" b="1" dirty="0" err="1">
                <a:solidFill>
                  <a:srgbClr val="3309E7"/>
                </a:solidFill>
              </a:rPr>
              <a:t>XGBoost</a:t>
            </a:r>
            <a:endParaRPr lang="en-US" sz="4000" b="1" dirty="0">
              <a:solidFill>
                <a:srgbClr val="3309E7"/>
              </a:solidFill>
            </a:endParaRPr>
          </a:p>
        </p:txBody>
      </p:sp>
      <p:pic>
        <p:nvPicPr>
          <p:cNvPr id="14" name="Picture 13"/>
          <p:cNvPicPr>
            <a:picLocks noChangeAspect="1"/>
          </p:cNvPicPr>
          <p:nvPr/>
        </p:nvPicPr>
        <p:blipFill>
          <a:blip r:embed="rId16"/>
          <a:stretch>
            <a:fillRect/>
          </a:stretch>
        </p:blipFill>
        <p:spPr>
          <a:xfrm>
            <a:off x="13039589" y="33041992"/>
            <a:ext cx="7273529" cy="2591162"/>
          </a:xfrm>
          <a:prstGeom prst="rect">
            <a:avLst/>
          </a:prstGeom>
        </p:spPr>
      </p:pic>
      <p:sp>
        <p:nvSpPr>
          <p:cNvPr id="15" name="TextBox 14"/>
          <p:cNvSpPr txBox="1"/>
          <p:nvPr/>
        </p:nvSpPr>
        <p:spPr>
          <a:xfrm>
            <a:off x="13340986" y="32153072"/>
            <a:ext cx="7200800" cy="707886"/>
          </a:xfrm>
          <a:prstGeom prst="rect">
            <a:avLst/>
          </a:prstGeom>
          <a:noFill/>
        </p:spPr>
        <p:txBody>
          <a:bodyPr wrap="square" rtlCol="0">
            <a:spAutoFit/>
          </a:bodyPr>
          <a:lstStyle/>
          <a:p>
            <a:r>
              <a:rPr lang="en-US" sz="4000" b="1" dirty="0" err="1">
                <a:solidFill>
                  <a:srgbClr val="3309E7"/>
                </a:solidFill>
              </a:rPr>
              <a:t>xgboost</a:t>
            </a:r>
            <a:r>
              <a:rPr lang="en-US" sz="4000" b="1" dirty="0">
                <a:solidFill>
                  <a:srgbClr val="3309E7"/>
                </a:solidFill>
              </a:rPr>
              <a:t> cross validation results</a:t>
            </a:r>
            <a:endParaRPr lang="en-US" sz="4000" b="1" dirty="0">
              <a:solidFill>
                <a:srgbClr val="3309E7"/>
              </a:solidFill>
            </a:endParaRPr>
          </a:p>
        </p:txBody>
      </p:sp>
    </p:spTree>
    <p:extLst>
      <p:ext uri="{BB962C8B-B14F-4D97-AF65-F5344CB8AC3E}">
        <p14:creationId xmlns:p14="http://schemas.microsoft.com/office/powerpoint/2010/main" val="21969353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4635</TotalTime>
  <Words>356</Words>
  <Application>Microsoft Office PowerPoint</Application>
  <PresentationFormat>Custom</PresentationFormat>
  <Paragraphs>43</Paragraphs>
  <Slides>1</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vt:i4>
      </vt:variant>
    </vt:vector>
  </HeadingPairs>
  <TitlesOfParts>
    <vt:vector size="10" baseType="lpstr">
      <vt:lpstr>MS PGothic</vt:lpstr>
      <vt:lpstr>Arial</vt:lpstr>
      <vt:lpstr>Arial Black</vt:lpstr>
      <vt:lpstr>Bell MT</vt:lpstr>
      <vt:lpstr>Calibri</vt:lpstr>
      <vt:lpstr>Helvetica</vt:lpstr>
      <vt:lpstr>Helvetica Neue Light</vt:lpstr>
      <vt:lpstr>Sakkal Majalla</vt:lpstr>
      <vt:lpstr>Office Theme</vt:lpstr>
      <vt:lpstr>PowerPoint Presentation</vt:lpstr>
    </vt:vector>
  </TitlesOfParts>
  <Company>Toshiba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Josef</dc:creator>
  <cp:lastModifiedBy>Maher</cp:lastModifiedBy>
  <cp:revision>41</cp:revision>
  <dcterms:created xsi:type="dcterms:W3CDTF">2023-07-04T09:04:25Z</dcterms:created>
  <dcterms:modified xsi:type="dcterms:W3CDTF">2025-06-17T18:14:26Z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84e309d-6359-4367-9d03-e248bac620e6_Enabled">
    <vt:lpwstr>true</vt:lpwstr>
  </property>
  <property fmtid="{D5CDD505-2E9C-101B-9397-08002B2CF9AE}" pid="3" name="MSIP_Label_284e309d-6359-4367-9d03-e248bac620e6_SetDate">
    <vt:lpwstr>2023-07-21T17:50:33Z</vt:lpwstr>
  </property>
  <property fmtid="{D5CDD505-2E9C-101B-9397-08002B2CF9AE}" pid="4" name="MSIP_Label_284e309d-6359-4367-9d03-e248bac620e6_Method">
    <vt:lpwstr>Standard</vt:lpwstr>
  </property>
  <property fmtid="{D5CDD505-2E9C-101B-9397-08002B2CF9AE}" pid="5" name="MSIP_Label_284e309d-6359-4367-9d03-e248bac620e6_Name">
    <vt:lpwstr>defa4170-0d19-0005-0004-bc88714345d2</vt:lpwstr>
  </property>
  <property fmtid="{D5CDD505-2E9C-101B-9397-08002B2CF9AE}" pid="6" name="MSIP_Label_284e309d-6359-4367-9d03-e248bac620e6_SiteId">
    <vt:lpwstr>4bf7cbc0-71a9-4cae-9625-6dc374768c3e</vt:lpwstr>
  </property>
  <property fmtid="{D5CDD505-2E9C-101B-9397-08002B2CF9AE}" pid="7" name="MSIP_Label_284e309d-6359-4367-9d03-e248bac620e6_ActionId">
    <vt:lpwstr>52a7eda0-b8c1-48ff-93a9-f2eed72d96dc</vt:lpwstr>
  </property>
  <property fmtid="{D5CDD505-2E9C-101B-9397-08002B2CF9AE}" pid="8" name="MSIP_Label_284e309d-6359-4367-9d03-e248bac620e6_ContentBits">
    <vt:lpwstr>0</vt:lpwstr>
  </property>
</Properties>
</file>